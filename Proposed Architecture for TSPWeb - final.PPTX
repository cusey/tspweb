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6"/>
  </p:sldMasterIdLst>
  <p:notesMasterIdLst>
    <p:notesMasterId r:id="rId21"/>
  </p:notesMasterIdLst>
  <p:handoutMasterIdLst>
    <p:handoutMasterId r:id="rId22"/>
  </p:handoutMasterIdLst>
  <p:sldIdLst>
    <p:sldId id="293" r:id="rId7"/>
    <p:sldId id="302" r:id="rId8"/>
    <p:sldId id="307" r:id="rId9"/>
    <p:sldId id="308" r:id="rId10"/>
    <p:sldId id="310" r:id="rId11"/>
    <p:sldId id="311" r:id="rId12"/>
    <p:sldId id="312" r:id="rId13"/>
    <p:sldId id="313" r:id="rId14"/>
    <p:sldId id="314" r:id="rId15"/>
    <p:sldId id="315" r:id="rId16"/>
    <p:sldId id="316" r:id="rId17"/>
    <p:sldId id="317" r:id="rId18"/>
    <p:sldId id="318" r:id="rId19"/>
    <p:sldId id="306" r:id="rId20"/>
  </p:sldIdLst>
  <p:sldSz cx="9144000" cy="6858000" type="screen4x3"/>
  <p:notesSz cx="6877050" cy="916305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576">
          <p15:clr>
            <a:srgbClr val="A4A3A4"/>
          </p15:clr>
        </p15:guide>
        <p15:guide id="2" orient="horz" pos="720">
          <p15:clr>
            <a:srgbClr val="A4A3A4"/>
          </p15:clr>
        </p15:guide>
        <p15:guide id="3" orient="horz" pos="3408">
          <p15:clr>
            <a:srgbClr val="A4A3A4"/>
          </p15:clr>
        </p15:guide>
        <p15:guide id="4" orient="horz" pos="240">
          <p15:clr>
            <a:srgbClr val="A4A3A4"/>
          </p15:clr>
        </p15:guide>
        <p15:guide id="5" pos="205">
          <p15:clr>
            <a:srgbClr val="A4A3A4"/>
          </p15:clr>
        </p15:guide>
        <p15:guide id="6" pos="288">
          <p15:clr>
            <a:srgbClr val="A4A3A4"/>
          </p15:clr>
        </p15:guide>
        <p15:guide id="7" pos="5472">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esley, Patricia M. [US-US]" initials="PPM[" lastIdx="8" clrIdx="0">
    <p:extLst>
      <p:ext uri="{19B8F6BF-5375-455C-9EA6-DF929625EA0E}">
        <p15:presenceInfo xmlns:p15="http://schemas.microsoft.com/office/powerpoint/2012/main" userId="S-1-5-21-727274380-931424960-1827182208-1567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2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07" autoAdjust="0"/>
    <p:restoredTop sz="94714" autoAdjust="0"/>
  </p:normalViewPr>
  <p:slideViewPr>
    <p:cSldViewPr>
      <p:cViewPr varScale="1">
        <p:scale>
          <a:sx n="85" d="100"/>
          <a:sy n="85" d="100"/>
        </p:scale>
        <p:origin x="1128" y="96"/>
      </p:cViewPr>
      <p:guideLst>
        <p:guide orient="horz" pos="576"/>
        <p:guide orient="horz" pos="720"/>
        <p:guide orient="horz" pos="3408"/>
        <p:guide orient="horz" pos="240"/>
        <p:guide pos="205"/>
        <p:guide pos="288"/>
        <p:guide pos="5472"/>
      </p:guideLst>
    </p:cSldViewPr>
  </p:slideViewPr>
  <p:notesTextViewPr>
    <p:cViewPr>
      <p:scale>
        <a:sx n="100" d="100"/>
        <a:sy n="100" d="100"/>
      </p:scale>
      <p:origin x="0" y="0"/>
    </p:cViewPr>
  </p:notesTextViewPr>
  <p:notesViewPr>
    <p:cSldViewPr>
      <p:cViewPr varScale="1">
        <p:scale>
          <a:sx n="120" d="100"/>
          <a:sy n="120" d="100"/>
        </p:scale>
        <p:origin x="37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04CD10-1479-43E5-BF29-BB5D3A7D03AA}" type="doc">
      <dgm:prSet loTypeId="urn:microsoft.com/office/officeart/2005/8/layout/process2" loCatId="process" qsTypeId="urn:microsoft.com/office/officeart/2005/8/quickstyle/simple1" qsCatId="simple" csTypeId="urn:microsoft.com/office/officeart/2005/8/colors/accent1_2" csCatId="accent1" phldr="1"/>
      <dgm:spPr/>
    </dgm:pt>
    <dgm:pt modelId="{F6A7386C-FBB9-4723-82C2-0A3650080959}">
      <dgm:prSet phldrT="[Text]"/>
      <dgm:spPr>
        <a:solidFill>
          <a:srgbClr val="005288"/>
        </a:solidFill>
      </dgm:spPr>
      <dgm:t>
        <a:bodyPr/>
        <a:lstStyle/>
        <a:p>
          <a:r>
            <a:rPr lang="en-US" dirty="0"/>
            <a:t>Web Framework </a:t>
          </a:r>
        </a:p>
        <a:p>
          <a:r>
            <a:rPr lang="en-US" dirty="0"/>
            <a:t>Ruby on Rails</a:t>
          </a:r>
        </a:p>
      </dgm:t>
    </dgm:pt>
    <dgm:pt modelId="{41809209-66E0-4930-BA72-6B619B7A086D}" type="parTrans" cxnId="{42C7AB3F-3C5E-4317-BDF0-56C17DF5AF82}">
      <dgm:prSet/>
      <dgm:spPr/>
      <dgm:t>
        <a:bodyPr/>
        <a:lstStyle/>
        <a:p>
          <a:endParaRPr lang="en-US"/>
        </a:p>
      </dgm:t>
    </dgm:pt>
    <dgm:pt modelId="{331DABAC-03D2-403D-84DC-F2DC2D374C93}" type="sibTrans" cxnId="{42C7AB3F-3C5E-4317-BDF0-56C17DF5AF82}">
      <dgm:prSet/>
      <dgm:spPr>
        <a:solidFill>
          <a:srgbClr val="005288"/>
        </a:solidFill>
      </dgm:spPr>
      <dgm:t>
        <a:bodyPr/>
        <a:lstStyle/>
        <a:p>
          <a:endParaRPr lang="en-US" dirty="0"/>
        </a:p>
      </dgm:t>
    </dgm:pt>
    <dgm:pt modelId="{092EA19D-1E7E-4D29-AA89-E443B809A45B}">
      <dgm:prSet/>
      <dgm:spPr>
        <a:solidFill>
          <a:srgbClr val="005288"/>
        </a:solidFill>
      </dgm:spPr>
      <dgm:t>
        <a:bodyPr/>
        <a:lstStyle/>
        <a:p>
          <a:r>
            <a:rPr lang="en-US" dirty="0"/>
            <a:t>Programming Language </a:t>
          </a:r>
        </a:p>
        <a:p>
          <a:r>
            <a:rPr lang="en-US" dirty="0"/>
            <a:t>Ruby</a:t>
          </a:r>
        </a:p>
      </dgm:t>
    </dgm:pt>
    <dgm:pt modelId="{54C11FC6-914F-4F09-B0B5-E65FBD35761E}" type="parTrans" cxnId="{1543B272-3572-4AE2-B174-F3F3D4606B73}">
      <dgm:prSet/>
      <dgm:spPr/>
      <dgm:t>
        <a:bodyPr/>
        <a:lstStyle/>
        <a:p>
          <a:endParaRPr lang="en-US"/>
        </a:p>
      </dgm:t>
    </dgm:pt>
    <dgm:pt modelId="{B05C9D2B-2843-4A0D-AA9B-441CBC045ADB}" type="sibTrans" cxnId="{1543B272-3572-4AE2-B174-F3F3D4606B73}">
      <dgm:prSet/>
      <dgm:spPr>
        <a:solidFill>
          <a:srgbClr val="005288"/>
        </a:solidFill>
      </dgm:spPr>
      <dgm:t>
        <a:bodyPr/>
        <a:lstStyle/>
        <a:p>
          <a:endParaRPr lang="en-US" dirty="0"/>
        </a:p>
      </dgm:t>
    </dgm:pt>
    <dgm:pt modelId="{5762AF3B-F8DF-4113-A335-3FC4065487D0}">
      <dgm:prSet/>
      <dgm:spPr>
        <a:solidFill>
          <a:srgbClr val="005288"/>
        </a:solidFill>
      </dgm:spPr>
      <dgm:t>
        <a:bodyPr/>
        <a:lstStyle/>
        <a:p>
          <a:r>
            <a:rPr lang="en-US" dirty="0"/>
            <a:t>Database</a:t>
          </a:r>
        </a:p>
        <a:p>
          <a:r>
            <a:rPr lang="en-US" dirty="0"/>
            <a:t>MySQL</a:t>
          </a:r>
        </a:p>
      </dgm:t>
    </dgm:pt>
    <dgm:pt modelId="{1F29B00E-1433-4508-95CA-050F0B203247}" type="parTrans" cxnId="{34500935-9212-478D-9C2E-F5C59039A8A4}">
      <dgm:prSet/>
      <dgm:spPr/>
      <dgm:t>
        <a:bodyPr/>
        <a:lstStyle/>
        <a:p>
          <a:endParaRPr lang="en-US"/>
        </a:p>
      </dgm:t>
    </dgm:pt>
    <dgm:pt modelId="{553FDEC8-897F-4DB7-A1CC-CF38208A93D0}" type="sibTrans" cxnId="{34500935-9212-478D-9C2E-F5C59039A8A4}">
      <dgm:prSet/>
      <dgm:spPr>
        <a:solidFill>
          <a:srgbClr val="005288"/>
        </a:solidFill>
      </dgm:spPr>
      <dgm:t>
        <a:bodyPr/>
        <a:lstStyle/>
        <a:p>
          <a:endParaRPr lang="en-US" dirty="0"/>
        </a:p>
      </dgm:t>
    </dgm:pt>
    <dgm:pt modelId="{C17EDA87-1407-42B9-9DE1-7B74B40902D0}">
      <dgm:prSet/>
      <dgm:spPr>
        <a:solidFill>
          <a:srgbClr val="005288"/>
        </a:solidFill>
      </dgm:spPr>
      <dgm:t>
        <a:bodyPr/>
        <a:lstStyle/>
        <a:p>
          <a:r>
            <a:rPr lang="en-US" dirty="0"/>
            <a:t>Apache HPPD and </a:t>
          </a:r>
          <a:r>
            <a:rPr lang="en-US" b="0" i="0" dirty="0"/>
            <a:t>Phusion Passenger</a:t>
          </a:r>
          <a:r>
            <a:rPr lang="en-US" dirty="0"/>
            <a:t> Webserver</a:t>
          </a:r>
        </a:p>
      </dgm:t>
    </dgm:pt>
    <dgm:pt modelId="{027E9B07-A0CD-4363-87B3-A22F38F3E1A5}" type="parTrans" cxnId="{98627AA9-F890-463F-89F4-241C28DF0928}">
      <dgm:prSet/>
      <dgm:spPr/>
      <dgm:t>
        <a:bodyPr/>
        <a:lstStyle/>
        <a:p>
          <a:endParaRPr lang="en-US"/>
        </a:p>
      </dgm:t>
    </dgm:pt>
    <dgm:pt modelId="{23D97192-6A02-4AFA-A02D-50F4E616BBF7}" type="sibTrans" cxnId="{98627AA9-F890-463F-89F4-241C28DF0928}">
      <dgm:prSet/>
      <dgm:spPr>
        <a:solidFill>
          <a:srgbClr val="005288"/>
        </a:solidFill>
      </dgm:spPr>
      <dgm:t>
        <a:bodyPr/>
        <a:lstStyle/>
        <a:p>
          <a:endParaRPr lang="en-US" dirty="0"/>
        </a:p>
      </dgm:t>
    </dgm:pt>
    <dgm:pt modelId="{CFCA19AD-110A-4545-AF4B-7E79B23C9A81}">
      <dgm:prSet/>
      <dgm:spPr>
        <a:solidFill>
          <a:srgbClr val="005288"/>
        </a:solidFill>
      </dgm:spPr>
      <dgm:t>
        <a:bodyPr/>
        <a:lstStyle/>
        <a:p>
          <a:r>
            <a:rPr lang="en-US" dirty="0"/>
            <a:t>Operating System</a:t>
          </a:r>
        </a:p>
        <a:p>
          <a:r>
            <a:rPr lang="en-US" dirty="0"/>
            <a:t>RedHat Linux 6</a:t>
          </a:r>
        </a:p>
      </dgm:t>
    </dgm:pt>
    <dgm:pt modelId="{C5DCF8C1-3177-4EE0-9298-3511FD99F1C6}" type="parTrans" cxnId="{EA7D6698-604E-4830-881F-7CB0A044F7ED}">
      <dgm:prSet/>
      <dgm:spPr/>
      <dgm:t>
        <a:bodyPr/>
        <a:lstStyle/>
        <a:p>
          <a:endParaRPr lang="en-US"/>
        </a:p>
      </dgm:t>
    </dgm:pt>
    <dgm:pt modelId="{4341DC0A-664D-4891-9BA0-9101AAD352B1}" type="sibTrans" cxnId="{EA7D6698-604E-4830-881F-7CB0A044F7ED}">
      <dgm:prSet/>
      <dgm:spPr>
        <a:solidFill>
          <a:srgbClr val="005288"/>
        </a:solidFill>
      </dgm:spPr>
      <dgm:t>
        <a:bodyPr/>
        <a:lstStyle/>
        <a:p>
          <a:endParaRPr lang="en-US" dirty="0"/>
        </a:p>
      </dgm:t>
    </dgm:pt>
    <dgm:pt modelId="{DF7F40DD-2246-43DA-9906-EE3C86895424}">
      <dgm:prSet/>
      <dgm:spPr>
        <a:solidFill>
          <a:srgbClr val="005288"/>
        </a:solidFill>
      </dgm:spPr>
      <dgm:t>
        <a:bodyPr/>
        <a:lstStyle/>
        <a:p>
          <a:r>
            <a:rPr lang="en-US" dirty="0"/>
            <a:t>Server</a:t>
          </a:r>
        </a:p>
        <a:p>
          <a:r>
            <a:rPr lang="en-US" dirty="0"/>
            <a:t>DC1</a:t>
          </a:r>
        </a:p>
      </dgm:t>
    </dgm:pt>
    <dgm:pt modelId="{12239F78-C861-43F7-B731-5FFD4FC2F112}" type="parTrans" cxnId="{5EBD8442-8FFF-48B6-A41C-602A414BDD62}">
      <dgm:prSet/>
      <dgm:spPr/>
      <dgm:t>
        <a:bodyPr/>
        <a:lstStyle/>
        <a:p>
          <a:endParaRPr lang="en-US"/>
        </a:p>
      </dgm:t>
    </dgm:pt>
    <dgm:pt modelId="{62E5DCB0-212D-43E6-8CF7-8D265ABB89DB}" type="sibTrans" cxnId="{5EBD8442-8FFF-48B6-A41C-602A414BDD62}">
      <dgm:prSet/>
      <dgm:spPr/>
      <dgm:t>
        <a:bodyPr/>
        <a:lstStyle/>
        <a:p>
          <a:endParaRPr lang="en-US"/>
        </a:p>
      </dgm:t>
    </dgm:pt>
    <dgm:pt modelId="{07244CBE-0ADD-4014-B45A-3000E83DC98B}" type="pres">
      <dgm:prSet presAssocID="{7104CD10-1479-43E5-BF29-BB5D3A7D03AA}" presName="linearFlow" presStyleCnt="0">
        <dgm:presLayoutVars>
          <dgm:resizeHandles val="exact"/>
        </dgm:presLayoutVars>
      </dgm:prSet>
      <dgm:spPr/>
    </dgm:pt>
    <dgm:pt modelId="{F3222C77-87F8-4FD0-A1C1-580002D09C47}" type="pres">
      <dgm:prSet presAssocID="{F6A7386C-FBB9-4723-82C2-0A3650080959}" presName="node" presStyleLbl="node1" presStyleIdx="0" presStyleCnt="6">
        <dgm:presLayoutVars>
          <dgm:bulletEnabled val="1"/>
        </dgm:presLayoutVars>
      </dgm:prSet>
      <dgm:spPr/>
    </dgm:pt>
    <dgm:pt modelId="{BBBB6C63-3EE9-4C07-8697-C47B24D7A241}" type="pres">
      <dgm:prSet presAssocID="{331DABAC-03D2-403D-84DC-F2DC2D374C93}" presName="sibTrans" presStyleLbl="sibTrans2D1" presStyleIdx="0" presStyleCnt="5"/>
      <dgm:spPr/>
    </dgm:pt>
    <dgm:pt modelId="{DE038B75-0980-4BD7-A91B-795E64DF5907}" type="pres">
      <dgm:prSet presAssocID="{331DABAC-03D2-403D-84DC-F2DC2D374C93}" presName="connectorText" presStyleLbl="sibTrans2D1" presStyleIdx="0" presStyleCnt="5"/>
      <dgm:spPr/>
    </dgm:pt>
    <dgm:pt modelId="{1042FA79-E5F8-4FE3-94ED-C0C505861481}" type="pres">
      <dgm:prSet presAssocID="{092EA19D-1E7E-4D29-AA89-E443B809A45B}" presName="node" presStyleLbl="node1" presStyleIdx="1" presStyleCnt="6">
        <dgm:presLayoutVars>
          <dgm:bulletEnabled val="1"/>
        </dgm:presLayoutVars>
      </dgm:prSet>
      <dgm:spPr/>
    </dgm:pt>
    <dgm:pt modelId="{05E41B72-2984-4F82-8B4C-FE5B4DA05EB5}" type="pres">
      <dgm:prSet presAssocID="{B05C9D2B-2843-4A0D-AA9B-441CBC045ADB}" presName="sibTrans" presStyleLbl="sibTrans2D1" presStyleIdx="1" presStyleCnt="5"/>
      <dgm:spPr/>
    </dgm:pt>
    <dgm:pt modelId="{637676FC-4CDB-4CA3-9C7B-CD222F1305A7}" type="pres">
      <dgm:prSet presAssocID="{B05C9D2B-2843-4A0D-AA9B-441CBC045ADB}" presName="connectorText" presStyleLbl="sibTrans2D1" presStyleIdx="1" presStyleCnt="5"/>
      <dgm:spPr/>
    </dgm:pt>
    <dgm:pt modelId="{506BC56E-D1AE-40C1-8DA2-A1D3515A6089}" type="pres">
      <dgm:prSet presAssocID="{5762AF3B-F8DF-4113-A335-3FC4065487D0}" presName="node" presStyleLbl="node1" presStyleIdx="2" presStyleCnt="6">
        <dgm:presLayoutVars>
          <dgm:bulletEnabled val="1"/>
        </dgm:presLayoutVars>
      </dgm:prSet>
      <dgm:spPr/>
    </dgm:pt>
    <dgm:pt modelId="{6C063544-FF9C-482D-B265-3E85180590E4}" type="pres">
      <dgm:prSet presAssocID="{553FDEC8-897F-4DB7-A1CC-CF38208A93D0}" presName="sibTrans" presStyleLbl="sibTrans2D1" presStyleIdx="2" presStyleCnt="5"/>
      <dgm:spPr/>
    </dgm:pt>
    <dgm:pt modelId="{31C3F7C6-7718-4C6A-8C1E-22CBB6A3A929}" type="pres">
      <dgm:prSet presAssocID="{553FDEC8-897F-4DB7-A1CC-CF38208A93D0}" presName="connectorText" presStyleLbl="sibTrans2D1" presStyleIdx="2" presStyleCnt="5"/>
      <dgm:spPr/>
    </dgm:pt>
    <dgm:pt modelId="{2B998FBD-7A08-4B4E-848B-98ABC1C6AF33}" type="pres">
      <dgm:prSet presAssocID="{C17EDA87-1407-42B9-9DE1-7B74B40902D0}" presName="node" presStyleLbl="node1" presStyleIdx="3" presStyleCnt="6">
        <dgm:presLayoutVars>
          <dgm:bulletEnabled val="1"/>
        </dgm:presLayoutVars>
      </dgm:prSet>
      <dgm:spPr/>
    </dgm:pt>
    <dgm:pt modelId="{4325F5B4-7562-402E-BFB4-F0F1FAE2B10C}" type="pres">
      <dgm:prSet presAssocID="{23D97192-6A02-4AFA-A02D-50F4E616BBF7}" presName="sibTrans" presStyleLbl="sibTrans2D1" presStyleIdx="3" presStyleCnt="5"/>
      <dgm:spPr/>
    </dgm:pt>
    <dgm:pt modelId="{9312EE1F-E7EF-48C1-87DF-36804D4EF197}" type="pres">
      <dgm:prSet presAssocID="{23D97192-6A02-4AFA-A02D-50F4E616BBF7}" presName="connectorText" presStyleLbl="sibTrans2D1" presStyleIdx="3" presStyleCnt="5"/>
      <dgm:spPr/>
    </dgm:pt>
    <dgm:pt modelId="{780F8A24-C382-4645-AF49-CD57A40E2789}" type="pres">
      <dgm:prSet presAssocID="{CFCA19AD-110A-4545-AF4B-7E79B23C9A81}" presName="node" presStyleLbl="node1" presStyleIdx="4" presStyleCnt="6">
        <dgm:presLayoutVars>
          <dgm:bulletEnabled val="1"/>
        </dgm:presLayoutVars>
      </dgm:prSet>
      <dgm:spPr/>
    </dgm:pt>
    <dgm:pt modelId="{A7D862B7-2C17-40B6-94B4-4DA672F911AF}" type="pres">
      <dgm:prSet presAssocID="{4341DC0A-664D-4891-9BA0-9101AAD352B1}" presName="sibTrans" presStyleLbl="sibTrans2D1" presStyleIdx="4" presStyleCnt="5"/>
      <dgm:spPr/>
    </dgm:pt>
    <dgm:pt modelId="{44DBE688-EAA6-48D8-A74E-1C61FBFA05E7}" type="pres">
      <dgm:prSet presAssocID="{4341DC0A-664D-4891-9BA0-9101AAD352B1}" presName="connectorText" presStyleLbl="sibTrans2D1" presStyleIdx="4" presStyleCnt="5"/>
      <dgm:spPr/>
    </dgm:pt>
    <dgm:pt modelId="{81B9170B-396C-4289-B837-C4B5274C2C28}" type="pres">
      <dgm:prSet presAssocID="{DF7F40DD-2246-43DA-9906-EE3C86895424}" presName="node" presStyleLbl="node1" presStyleIdx="5" presStyleCnt="6">
        <dgm:presLayoutVars>
          <dgm:bulletEnabled val="1"/>
        </dgm:presLayoutVars>
      </dgm:prSet>
      <dgm:spPr/>
    </dgm:pt>
  </dgm:ptLst>
  <dgm:cxnLst>
    <dgm:cxn modelId="{AD9C2700-8709-4CCA-94C6-6BE6A478982E}" type="presOf" srcId="{B05C9D2B-2843-4A0D-AA9B-441CBC045ADB}" destId="{637676FC-4CDB-4CA3-9C7B-CD222F1305A7}" srcOrd="1" destOrd="0" presId="urn:microsoft.com/office/officeart/2005/8/layout/process2"/>
    <dgm:cxn modelId="{F74CA711-E281-4656-825F-F2B6F42D4AB6}" type="presOf" srcId="{553FDEC8-897F-4DB7-A1CC-CF38208A93D0}" destId="{31C3F7C6-7718-4C6A-8C1E-22CBB6A3A929}" srcOrd="1" destOrd="0" presId="urn:microsoft.com/office/officeart/2005/8/layout/process2"/>
    <dgm:cxn modelId="{46AD3B17-9BB0-4299-ADF3-385117987C0E}" type="presOf" srcId="{23D97192-6A02-4AFA-A02D-50F4E616BBF7}" destId="{4325F5B4-7562-402E-BFB4-F0F1FAE2B10C}" srcOrd="0" destOrd="0" presId="urn:microsoft.com/office/officeart/2005/8/layout/process2"/>
    <dgm:cxn modelId="{4EF3B930-DE8F-45F4-B9AD-1AB687CC946C}" type="presOf" srcId="{331DABAC-03D2-403D-84DC-F2DC2D374C93}" destId="{BBBB6C63-3EE9-4C07-8697-C47B24D7A241}" srcOrd="0" destOrd="0" presId="urn:microsoft.com/office/officeart/2005/8/layout/process2"/>
    <dgm:cxn modelId="{34500935-9212-478D-9C2E-F5C59039A8A4}" srcId="{7104CD10-1479-43E5-BF29-BB5D3A7D03AA}" destId="{5762AF3B-F8DF-4113-A335-3FC4065487D0}" srcOrd="2" destOrd="0" parTransId="{1F29B00E-1433-4508-95CA-050F0B203247}" sibTransId="{553FDEC8-897F-4DB7-A1CC-CF38208A93D0}"/>
    <dgm:cxn modelId="{AEF4933C-FF67-4CBC-8EDE-786C18873427}" type="presOf" srcId="{4341DC0A-664D-4891-9BA0-9101AAD352B1}" destId="{A7D862B7-2C17-40B6-94B4-4DA672F911AF}" srcOrd="0" destOrd="0" presId="urn:microsoft.com/office/officeart/2005/8/layout/process2"/>
    <dgm:cxn modelId="{42C7AB3F-3C5E-4317-BDF0-56C17DF5AF82}" srcId="{7104CD10-1479-43E5-BF29-BB5D3A7D03AA}" destId="{F6A7386C-FBB9-4723-82C2-0A3650080959}" srcOrd="0" destOrd="0" parTransId="{41809209-66E0-4930-BA72-6B619B7A086D}" sibTransId="{331DABAC-03D2-403D-84DC-F2DC2D374C93}"/>
    <dgm:cxn modelId="{5EBD8442-8FFF-48B6-A41C-602A414BDD62}" srcId="{7104CD10-1479-43E5-BF29-BB5D3A7D03AA}" destId="{DF7F40DD-2246-43DA-9906-EE3C86895424}" srcOrd="5" destOrd="0" parTransId="{12239F78-C861-43F7-B731-5FFD4FC2F112}" sibTransId="{62E5DCB0-212D-43E6-8CF7-8D265ABB89DB}"/>
    <dgm:cxn modelId="{9D69B26E-CE8A-410D-80F8-334A0F351C61}" type="presOf" srcId="{7104CD10-1479-43E5-BF29-BB5D3A7D03AA}" destId="{07244CBE-0ADD-4014-B45A-3000E83DC98B}" srcOrd="0" destOrd="0" presId="urn:microsoft.com/office/officeart/2005/8/layout/process2"/>
    <dgm:cxn modelId="{34EF6970-4EDC-4F6E-BE67-8EC35FA2F5BF}" type="presOf" srcId="{23D97192-6A02-4AFA-A02D-50F4E616BBF7}" destId="{9312EE1F-E7EF-48C1-87DF-36804D4EF197}" srcOrd="1" destOrd="0" presId="urn:microsoft.com/office/officeart/2005/8/layout/process2"/>
    <dgm:cxn modelId="{67101D71-4E8B-4B3D-9D25-B9A838ADA431}" type="presOf" srcId="{553FDEC8-897F-4DB7-A1CC-CF38208A93D0}" destId="{6C063544-FF9C-482D-B265-3E85180590E4}" srcOrd="0" destOrd="0" presId="urn:microsoft.com/office/officeart/2005/8/layout/process2"/>
    <dgm:cxn modelId="{1543B272-3572-4AE2-B174-F3F3D4606B73}" srcId="{7104CD10-1479-43E5-BF29-BB5D3A7D03AA}" destId="{092EA19D-1E7E-4D29-AA89-E443B809A45B}" srcOrd="1" destOrd="0" parTransId="{54C11FC6-914F-4F09-B0B5-E65FBD35761E}" sibTransId="{B05C9D2B-2843-4A0D-AA9B-441CBC045ADB}"/>
    <dgm:cxn modelId="{AE273B7C-001A-4589-896E-66F35B6FD5D9}" type="presOf" srcId="{4341DC0A-664D-4891-9BA0-9101AAD352B1}" destId="{44DBE688-EAA6-48D8-A74E-1C61FBFA05E7}" srcOrd="1" destOrd="0" presId="urn:microsoft.com/office/officeart/2005/8/layout/process2"/>
    <dgm:cxn modelId="{32367293-8A57-4C00-ABA0-BB0727B27F2C}" type="presOf" srcId="{331DABAC-03D2-403D-84DC-F2DC2D374C93}" destId="{DE038B75-0980-4BD7-A91B-795E64DF5907}" srcOrd="1" destOrd="0" presId="urn:microsoft.com/office/officeart/2005/8/layout/process2"/>
    <dgm:cxn modelId="{7FC6C394-AE29-49F9-9098-13F9520B4E2A}" type="presOf" srcId="{CFCA19AD-110A-4545-AF4B-7E79B23C9A81}" destId="{780F8A24-C382-4645-AF49-CD57A40E2789}" srcOrd="0" destOrd="0" presId="urn:microsoft.com/office/officeart/2005/8/layout/process2"/>
    <dgm:cxn modelId="{EA7D6698-604E-4830-881F-7CB0A044F7ED}" srcId="{7104CD10-1479-43E5-BF29-BB5D3A7D03AA}" destId="{CFCA19AD-110A-4545-AF4B-7E79B23C9A81}" srcOrd="4" destOrd="0" parTransId="{C5DCF8C1-3177-4EE0-9298-3511FD99F1C6}" sibTransId="{4341DC0A-664D-4891-9BA0-9101AAD352B1}"/>
    <dgm:cxn modelId="{F45AEF99-6D85-475E-9CD2-9C44E06A0D82}" type="presOf" srcId="{DF7F40DD-2246-43DA-9906-EE3C86895424}" destId="{81B9170B-396C-4289-B837-C4B5274C2C28}" srcOrd="0" destOrd="0" presId="urn:microsoft.com/office/officeart/2005/8/layout/process2"/>
    <dgm:cxn modelId="{1B4B4F9B-1915-429C-9618-8593679DB0CA}" type="presOf" srcId="{092EA19D-1E7E-4D29-AA89-E443B809A45B}" destId="{1042FA79-E5F8-4FE3-94ED-C0C505861481}" srcOrd="0" destOrd="0" presId="urn:microsoft.com/office/officeart/2005/8/layout/process2"/>
    <dgm:cxn modelId="{98627AA9-F890-463F-89F4-241C28DF0928}" srcId="{7104CD10-1479-43E5-BF29-BB5D3A7D03AA}" destId="{C17EDA87-1407-42B9-9DE1-7B74B40902D0}" srcOrd="3" destOrd="0" parTransId="{027E9B07-A0CD-4363-87B3-A22F38F3E1A5}" sibTransId="{23D97192-6A02-4AFA-A02D-50F4E616BBF7}"/>
    <dgm:cxn modelId="{BBB235B3-DCEB-4CC5-90B9-A20AE72BA829}" type="presOf" srcId="{B05C9D2B-2843-4A0D-AA9B-441CBC045ADB}" destId="{05E41B72-2984-4F82-8B4C-FE5B4DA05EB5}" srcOrd="0" destOrd="0" presId="urn:microsoft.com/office/officeart/2005/8/layout/process2"/>
    <dgm:cxn modelId="{0A3BEBD6-EF2F-4E16-B7BB-EC9C2705DE6F}" type="presOf" srcId="{C17EDA87-1407-42B9-9DE1-7B74B40902D0}" destId="{2B998FBD-7A08-4B4E-848B-98ABC1C6AF33}" srcOrd="0" destOrd="0" presId="urn:microsoft.com/office/officeart/2005/8/layout/process2"/>
    <dgm:cxn modelId="{A60C76E4-49F9-4D89-A505-B81B89704311}" type="presOf" srcId="{F6A7386C-FBB9-4723-82C2-0A3650080959}" destId="{F3222C77-87F8-4FD0-A1C1-580002D09C47}" srcOrd="0" destOrd="0" presId="urn:microsoft.com/office/officeart/2005/8/layout/process2"/>
    <dgm:cxn modelId="{BF86EAEC-3487-43CF-A913-28B898B7356B}" type="presOf" srcId="{5762AF3B-F8DF-4113-A335-3FC4065487D0}" destId="{506BC56E-D1AE-40C1-8DA2-A1D3515A6089}" srcOrd="0" destOrd="0" presId="urn:microsoft.com/office/officeart/2005/8/layout/process2"/>
    <dgm:cxn modelId="{6DE77ADE-6E73-41B4-8E3E-82961C5796EF}" type="presParOf" srcId="{07244CBE-0ADD-4014-B45A-3000E83DC98B}" destId="{F3222C77-87F8-4FD0-A1C1-580002D09C47}" srcOrd="0" destOrd="0" presId="urn:microsoft.com/office/officeart/2005/8/layout/process2"/>
    <dgm:cxn modelId="{317C8566-B1DA-4405-AECC-CA35A823052A}" type="presParOf" srcId="{07244CBE-0ADD-4014-B45A-3000E83DC98B}" destId="{BBBB6C63-3EE9-4C07-8697-C47B24D7A241}" srcOrd="1" destOrd="0" presId="urn:microsoft.com/office/officeart/2005/8/layout/process2"/>
    <dgm:cxn modelId="{53D205A7-EBCC-40AC-BDA4-B5576392704F}" type="presParOf" srcId="{BBBB6C63-3EE9-4C07-8697-C47B24D7A241}" destId="{DE038B75-0980-4BD7-A91B-795E64DF5907}" srcOrd="0" destOrd="0" presId="urn:microsoft.com/office/officeart/2005/8/layout/process2"/>
    <dgm:cxn modelId="{70A08B65-514D-4575-B055-D1A10F99838F}" type="presParOf" srcId="{07244CBE-0ADD-4014-B45A-3000E83DC98B}" destId="{1042FA79-E5F8-4FE3-94ED-C0C505861481}" srcOrd="2" destOrd="0" presId="urn:microsoft.com/office/officeart/2005/8/layout/process2"/>
    <dgm:cxn modelId="{375EB918-5B90-4668-B070-F4AAF7A9208E}" type="presParOf" srcId="{07244CBE-0ADD-4014-B45A-3000E83DC98B}" destId="{05E41B72-2984-4F82-8B4C-FE5B4DA05EB5}" srcOrd="3" destOrd="0" presId="urn:microsoft.com/office/officeart/2005/8/layout/process2"/>
    <dgm:cxn modelId="{EA34DDF6-FDD1-4F06-9DF2-9F717E7664D8}" type="presParOf" srcId="{05E41B72-2984-4F82-8B4C-FE5B4DA05EB5}" destId="{637676FC-4CDB-4CA3-9C7B-CD222F1305A7}" srcOrd="0" destOrd="0" presId="urn:microsoft.com/office/officeart/2005/8/layout/process2"/>
    <dgm:cxn modelId="{DE87D22D-265D-4DB5-93FC-4907B7EA79E0}" type="presParOf" srcId="{07244CBE-0ADD-4014-B45A-3000E83DC98B}" destId="{506BC56E-D1AE-40C1-8DA2-A1D3515A6089}" srcOrd="4" destOrd="0" presId="urn:microsoft.com/office/officeart/2005/8/layout/process2"/>
    <dgm:cxn modelId="{FC345B9C-CB3B-4EB9-80B4-4B2622966CC6}" type="presParOf" srcId="{07244CBE-0ADD-4014-B45A-3000E83DC98B}" destId="{6C063544-FF9C-482D-B265-3E85180590E4}" srcOrd="5" destOrd="0" presId="urn:microsoft.com/office/officeart/2005/8/layout/process2"/>
    <dgm:cxn modelId="{E61090A3-B0FF-4939-8089-5CC57F720E08}" type="presParOf" srcId="{6C063544-FF9C-482D-B265-3E85180590E4}" destId="{31C3F7C6-7718-4C6A-8C1E-22CBB6A3A929}" srcOrd="0" destOrd="0" presId="urn:microsoft.com/office/officeart/2005/8/layout/process2"/>
    <dgm:cxn modelId="{90522E8A-CCDC-4AC0-99C7-20E777F78CBA}" type="presParOf" srcId="{07244CBE-0ADD-4014-B45A-3000E83DC98B}" destId="{2B998FBD-7A08-4B4E-848B-98ABC1C6AF33}" srcOrd="6" destOrd="0" presId="urn:microsoft.com/office/officeart/2005/8/layout/process2"/>
    <dgm:cxn modelId="{FF615CE3-9CFF-4878-A156-0DB3FD86585B}" type="presParOf" srcId="{07244CBE-0ADD-4014-B45A-3000E83DC98B}" destId="{4325F5B4-7562-402E-BFB4-F0F1FAE2B10C}" srcOrd="7" destOrd="0" presId="urn:microsoft.com/office/officeart/2005/8/layout/process2"/>
    <dgm:cxn modelId="{BFC46E07-2443-425F-A867-00D9751E014E}" type="presParOf" srcId="{4325F5B4-7562-402E-BFB4-F0F1FAE2B10C}" destId="{9312EE1F-E7EF-48C1-87DF-36804D4EF197}" srcOrd="0" destOrd="0" presId="urn:microsoft.com/office/officeart/2005/8/layout/process2"/>
    <dgm:cxn modelId="{04FA2C22-02AF-4883-82E0-6A280514C34B}" type="presParOf" srcId="{07244CBE-0ADD-4014-B45A-3000E83DC98B}" destId="{780F8A24-C382-4645-AF49-CD57A40E2789}" srcOrd="8" destOrd="0" presId="urn:microsoft.com/office/officeart/2005/8/layout/process2"/>
    <dgm:cxn modelId="{80689846-49D1-489E-B898-EC430444C9C7}" type="presParOf" srcId="{07244CBE-0ADD-4014-B45A-3000E83DC98B}" destId="{A7D862B7-2C17-40B6-94B4-4DA672F911AF}" srcOrd="9" destOrd="0" presId="urn:microsoft.com/office/officeart/2005/8/layout/process2"/>
    <dgm:cxn modelId="{C26D7EDA-07FC-407D-88D3-62FEBF1299B4}" type="presParOf" srcId="{A7D862B7-2C17-40B6-94B4-4DA672F911AF}" destId="{44DBE688-EAA6-48D8-A74E-1C61FBFA05E7}" srcOrd="0" destOrd="0" presId="urn:microsoft.com/office/officeart/2005/8/layout/process2"/>
    <dgm:cxn modelId="{91561C11-0581-4A05-8DC5-1DC043620A18}" type="presParOf" srcId="{07244CBE-0ADD-4014-B45A-3000E83DC98B}" destId="{81B9170B-396C-4289-B837-C4B5274C2C28}" srcOrd="10"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DD5345B-18DB-461D-B238-08D2D369666C}" type="doc">
      <dgm:prSet loTypeId="urn:microsoft.com/office/officeart/2005/8/layout/process2" loCatId="process" qsTypeId="urn:microsoft.com/office/officeart/2005/8/quickstyle/simple1" qsCatId="simple" csTypeId="urn:microsoft.com/office/officeart/2005/8/colors/accent1_2" csCatId="accent1" phldr="1"/>
      <dgm:spPr/>
    </dgm:pt>
    <dgm:pt modelId="{6FF2E867-381C-4C51-A2C5-ECB5BD058616}">
      <dgm:prSet phldrT="[Text]"/>
      <dgm:spPr>
        <a:solidFill>
          <a:srgbClr val="005288"/>
        </a:solidFill>
      </dgm:spPr>
      <dgm:t>
        <a:bodyPr/>
        <a:lstStyle/>
        <a:p>
          <a:r>
            <a:rPr lang="en-US" dirty="0"/>
            <a:t>Java Script</a:t>
          </a:r>
        </a:p>
      </dgm:t>
    </dgm:pt>
    <dgm:pt modelId="{4E428638-F36F-43A1-8E89-E5D30FDFBD0E}" type="parTrans" cxnId="{E1CD6D41-75F3-46C1-BB1B-4EC8B499A671}">
      <dgm:prSet/>
      <dgm:spPr/>
      <dgm:t>
        <a:bodyPr/>
        <a:lstStyle/>
        <a:p>
          <a:endParaRPr lang="en-US"/>
        </a:p>
      </dgm:t>
    </dgm:pt>
    <dgm:pt modelId="{481D04E2-B95F-46CF-9187-25FA2CD4F820}" type="sibTrans" cxnId="{E1CD6D41-75F3-46C1-BB1B-4EC8B499A671}">
      <dgm:prSet/>
      <dgm:spPr>
        <a:solidFill>
          <a:srgbClr val="005288"/>
        </a:solidFill>
      </dgm:spPr>
      <dgm:t>
        <a:bodyPr/>
        <a:lstStyle/>
        <a:p>
          <a:endParaRPr lang="en-US" dirty="0"/>
        </a:p>
      </dgm:t>
    </dgm:pt>
    <dgm:pt modelId="{0A739815-23FE-4333-8513-69353B537026}">
      <dgm:prSet/>
      <dgm:spPr>
        <a:solidFill>
          <a:srgbClr val="005288"/>
        </a:solidFill>
      </dgm:spPr>
      <dgm:t>
        <a:bodyPr/>
        <a:lstStyle/>
        <a:p>
          <a:r>
            <a:rPr lang="en-US" dirty="0"/>
            <a:t>CSS</a:t>
          </a:r>
        </a:p>
      </dgm:t>
    </dgm:pt>
    <dgm:pt modelId="{CAA2CFC6-312E-4A05-9EDA-5CA8C5F831F8}" type="parTrans" cxnId="{2D20259E-47EC-4DA3-9DBF-3EED5E160D16}">
      <dgm:prSet/>
      <dgm:spPr/>
      <dgm:t>
        <a:bodyPr/>
        <a:lstStyle/>
        <a:p>
          <a:endParaRPr lang="en-US"/>
        </a:p>
      </dgm:t>
    </dgm:pt>
    <dgm:pt modelId="{08FCDD2E-AA59-43F9-A770-D0F60A53EDC4}" type="sibTrans" cxnId="{2D20259E-47EC-4DA3-9DBF-3EED5E160D16}">
      <dgm:prSet/>
      <dgm:spPr>
        <a:solidFill>
          <a:srgbClr val="005288"/>
        </a:solidFill>
      </dgm:spPr>
      <dgm:t>
        <a:bodyPr/>
        <a:lstStyle/>
        <a:p>
          <a:endParaRPr lang="en-US" dirty="0"/>
        </a:p>
      </dgm:t>
    </dgm:pt>
    <dgm:pt modelId="{471D0093-B350-4950-95BE-CBD6A2758EE4}">
      <dgm:prSet/>
      <dgm:spPr>
        <a:solidFill>
          <a:srgbClr val="005288"/>
        </a:solidFill>
      </dgm:spPr>
      <dgm:t>
        <a:bodyPr/>
        <a:lstStyle/>
        <a:p>
          <a:r>
            <a:rPr lang="en-US" dirty="0"/>
            <a:t>HTML</a:t>
          </a:r>
        </a:p>
      </dgm:t>
    </dgm:pt>
    <dgm:pt modelId="{16446EDA-3B85-4440-8596-F221D84E5CE9}" type="parTrans" cxnId="{135F5060-BFEB-44BC-9C3C-CBCAEC6FA33C}">
      <dgm:prSet/>
      <dgm:spPr/>
      <dgm:t>
        <a:bodyPr/>
        <a:lstStyle/>
        <a:p>
          <a:endParaRPr lang="en-US"/>
        </a:p>
      </dgm:t>
    </dgm:pt>
    <dgm:pt modelId="{F40BACAD-358A-455C-9BD7-79ECB4077C56}" type="sibTrans" cxnId="{135F5060-BFEB-44BC-9C3C-CBCAEC6FA33C}">
      <dgm:prSet/>
      <dgm:spPr>
        <a:solidFill>
          <a:srgbClr val="005288"/>
        </a:solidFill>
      </dgm:spPr>
      <dgm:t>
        <a:bodyPr/>
        <a:lstStyle/>
        <a:p>
          <a:endParaRPr lang="en-US" dirty="0"/>
        </a:p>
      </dgm:t>
    </dgm:pt>
    <dgm:pt modelId="{2672887D-6081-486F-B646-42FB7E0A765B}">
      <dgm:prSet/>
      <dgm:spPr>
        <a:solidFill>
          <a:srgbClr val="005288"/>
        </a:solidFill>
      </dgm:spPr>
      <dgm:t>
        <a:bodyPr/>
        <a:lstStyle/>
        <a:p>
          <a:r>
            <a:rPr lang="en-US" dirty="0"/>
            <a:t>User Browser</a:t>
          </a:r>
        </a:p>
      </dgm:t>
    </dgm:pt>
    <dgm:pt modelId="{B1CD4D64-381F-4B83-BF11-4E8B7BFF5C48}" type="parTrans" cxnId="{80FF3BA4-7427-4BE8-B3B0-A42EA17CD1B4}">
      <dgm:prSet/>
      <dgm:spPr/>
      <dgm:t>
        <a:bodyPr/>
        <a:lstStyle/>
        <a:p>
          <a:endParaRPr lang="en-US"/>
        </a:p>
      </dgm:t>
    </dgm:pt>
    <dgm:pt modelId="{7D012302-1EBA-4136-B065-E30FEAC95553}" type="sibTrans" cxnId="{80FF3BA4-7427-4BE8-B3B0-A42EA17CD1B4}">
      <dgm:prSet/>
      <dgm:spPr/>
      <dgm:t>
        <a:bodyPr/>
        <a:lstStyle/>
        <a:p>
          <a:endParaRPr lang="en-US"/>
        </a:p>
      </dgm:t>
    </dgm:pt>
    <dgm:pt modelId="{078FA5BD-F5C7-4512-8F57-215975A0326D}" type="pres">
      <dgm:prSet presAssocID="{7DD5345B-18DB-461D-B238-08D2D369666C}" presName="linearFlow" presStyleCnt="0">
        <dgm:presLayoutVars>
          <dgm:resizeHandles val="exact"/>
        </dgm:presLayoutVars>
      </dgm:prSet>
      <dgm:spPr/>
    </dgm:pt>
    <dgm:pt modelId="{8ABA1759-48DD-4FAD-8EB0-7D1006D66EFB}" type="pres">
      <dgm:prSet presAssocID="{6FF2E867-381C-4C51-A2C5-ECB5BD058616}" presName="node" presStyleLbl="node1" presStyleIdx="0" presStyleCnt="4">
        <dgm:presLayoutVars>
          <dgm:bulletEnabled val="1"/>
        </dgm:presLayoutVars>
      </dgm:prSet>
      <dgm:spPr/>
    </dgm:pt>
    <dgm:pt modelId="{0582D123-B7D8-4C3D-A66F-4FAC7F4E5A47}" type="pres">
      <dgm:prSet presAssocID="{481D04E2-B95F-46CF-9187-25FA2CD4F820}" presName="sibTrans" presStyleLbl="sibTrans2D1" presStyleIdx="0" presStyleCnt="3"/>
      <dgm:spPr/>
    </dgm:pt>
    <dgm:pt modelId="{1394EDBF-5138-4DC9-9C84-BE4DA9A392C2}" type="pres">
      <dgm:prSet presAssocID="{481D04E2-B95F-46CF-9187-25FA2CD4F820}" presName="connectorText" presStyleLbl="sibTrans2D1" presStyleIdx="0" presStyleCnt="3"/>
      <dgm:spPr/>
    </dgm:pt>
    <dgm:pt modelId="{360823AA-CAEF-45B4-A248-CCD0E9BA6A9D}" type="pres">
      <dgm:prSet presAssocID="{0A739815-23FE-4333-8513-69353B537026}" presName="node" presStyleLbl="node1" presStyleIdx="1" presStyleCnt="4">
        <dgm:presLayoutVars>
          <dgm:bulletEnabled val="1"/>
        </dgm:presLayoutVars>
      </dgm:prSet>
      <dgm:spPr/>
    </dgm:pt>
    <dgm:pt modelId="{5FF6C6A7-DF7B-4E0A-81C9-A5891B4ACB68}" type="pres">
      <dgm:prSet presAssocID="{08FCDD2E-AA59-43F9-A770-D0F60A53EDC4}" presName="sibTrans" presStyleLbl="sibTrans2D1" presStyleIdx="1" presStyleCnt="3"/>
      <dgm:spPr/>
    </dgm:pt>
    <dgm:pt modelId="{785E20EF-ABA6-42D3-A88A-8FC17AD964B7}" type="pres">
      <dgm:prSet presAssocID="{08FCDD2E-AA59-43F9-A770-D0F60A53EDC4}" presName="connectorText" presStyleLbl="sibTrans2D1" presStyleIdx="1" presStyleCnt="3"/>
      <dgm:spPr/>
    </dgm:pt>
    <dgm:pt modelId="{FDC3A29D-D9D2-4E3B-9036-B923F191A72F}" type="pres">
      <dgm:prSet presAssocID="{471D0093-B350-4950-95BE-CBD6A2758EE4}" presName="node" presStyleLbl="node1" presStyleIdx="2" presStyleCnt="4">
        <dgm:presLayoutVars>
          <dgm:bulletEnabled val="1"/>
        </dgm:presLayoutVars>
      </dgm:prSet>
      <dgm:spPr/>
    </dgm:pt>
    <dgm:pt modelId="{0D1484D5-EA4C-4643-8765-22062D087679}" type="pres">
      <dgm:prSet presAssocID="{F40BACAD-358A-455C-9BD7-79ECB4077C56}" presName="sibTrans" presStyleLbl="sibTrans2D1" presStyleIdx="2" presStyleCnt="3"/>
      <dgm:spPr/>
    </dgm:pt>
    <dgm:pt modelId="{80A3ACD8-5CCF-4E64-BBFF-47A7B153BDEB}" type="pres">
      <dgm:prSet presAssocID="{F40BACAD-358A-455C-9BD7-79ECB4077C56}" presName="connectorText" presStyleLbl="sibTrans2D1" presStyleIdx="2" presStyleCnt="3"/>
      <dgm:spPr/>
    </dgm:pt>
    <dgm:pt modelId="{33A87227-F779-4926-9403-3468024652F0}" type="pres">
      <dgm:prSet presAssocID="{2672887D-6081-486F-B646-42FB7E0A765B}" presName="node" presStyleLbl="node1" presStyleIdx="3" presStyleCnt="4">
        <dgm:presLayoutVars>
          <dgm:bulletEnabled val="1"/>
        </dgm:presLayoutVars>
      </dgm:prSet>
      <dgm:spPr/>
    </dgm:pt>
  </dgm:ptLst>
  <dgm:cxnLst>
    <dgm:cxn modelId="{135F5060-BFEB-44BC-9C3C-CBCAEC6FA33C}" srcId="{7DD5345B-18DB-461D-B238-08D2D369666C}" destId="{471D0093-B350-4950-95BE-CBD6A2758EE4}" srcOrd="2" destOrd="0" parTransId="{16446EDA-3B85-4440-8596-F221D84E5CE9}" sibTransId="{F40BACAD-358A-455C-9BD7-79ECB4077C56}"/>
    <dgm:cxn modelId="{E1CD6D41-75F3-46C1-BB1B-4EC8B499A671}" srcId="{7DD5345B-18DB-461D-B238-08D2D369666C}" destId="{6FF2E867-381C-4C51-A2C5-ECB5BD058616}" srcOrd="0" destOrd="0" parTransId="{4E428638-F36F-43A1-8E89-E5D30FDFBD0E}" sibTransId="{481D04E2-B95F-46CF-9187-25FA2CD4F820}"/>
    <dgm:cxn modelId="{6ECCCE6E-6DA9-43BC-8899-455AD680E7E5}" type="presOf" srcId="{6FF2E867-381C-4C51-A2C5-ECB5BD058616}" destId="{8ABA1759-48DD-4FAD-8EB0-7D1006D66EFB}" srcOrd="0" destOrd="0" presId="urn:microsoft.com/office/officeart/2005/8/layout/process2"/>
    <dgm:cxn modelId="{3D6E2975-4371-41CE-BC43-769BFD3AD96C}" type="presOf" srcId="{F40BACAD-358A-455C-9BD7-79ECB4077C56}" destId="{0D1484D5-EA4C-4643-8765-22062D087679}" srcOrd="0" destOrd="0" presId="urn:microsoft.com/office/officeart/2005/8/layout/process2"/>
    <dgm:cxn modelId="{AF32FA55-CB19-4522-932B-71AB42F95802}" type="presOf" srcId="{2672887D-6081-486F-B646-42FB7E0A765B}" destId="{33A87227-F779-4926-9403-3468024652F0}" srcOrd="0" destOrd="0" presId="urn:microsoft.com/office/officeart/2005/8/layout/process2"/>
    <dgm:cxn modelId="{C1A06E59-CFEF-4CB9-BD9A-F876DA7DDFE6}" type="presOf" srcId="{08FCDD2E-AA59-43F9-A770-D0F60A53EDC4}" destId="{5FF6C6A7-DF7B-4E0A-81C9-A5891B4ACB68}" srcOrd="0" destOrd="0" presId="urn:microsoft.com/office/officeart/2005/8/layout/process2"/>
    <dgm:cxn modelId="{F7752097-B330-4453-A946-5945BA6DDA1F}" type="presOf" srcId="{0A739815-23FE-4333-8513-69353B537026}" destId="{360823AA-CAEF-45B4-A248-CCD0E9BA6A9D}" srcOrd="0" destOrd="0" presId="urn:microsoft.com/office/officeart/2005/8/layout/process2"/>
    <dgm:cxn modelId="{2D20259E-47EC-4DA3-9DBF-3EED5E160D16}" srcId="{7DD5345B-18DB-461D-B238-08D2D369666C}" destId="{0A739815-23FE-4333-8513-69353B537026}" srcOrd="1" destOrd="0" parTransId="{CAA2CFC6-312E-4A05-9EDA-5CA8C5F831F8}" sibTransId="{08FCDD2E-AA59-43F9-A770-D0F60A53EDC4}"/>
    <dgm:cxn modelId="{80FF3BA4-7427-4BE8-B3B0-A42EA17CD1B4}" srcId="{7DD5345B-18DB-461D-B238-08D2D369666C}" destId="{2672887D-6081-486F-B646-42FB7E0A765B}" srcOrd="3" destOrd="0" parTransId="{B1CD4D64-381F-4B83-BF11-4E8B7BFF5C48}" sibTransId="{7D012302-1EBA-4136-B065-E30FEAC95553}"/>
    <dgm:cxn modelId="{953EEDAC-7F96-4C11-A551-840680A951B8}" type="presOf" srcId="{08FCDD2E-AA59-43F9-A770-D0F60A53EDC4}" destId="{785E20EF-ABA6-42D3-A88A-8FC17AD964B7}" srcOrd="1" destOrd="0" presId="urn:microsoft.com/office/officeart/2005/8/layout/process2"/>
    <dgm:cxn modelId="{F7DCF0BC-E470-49A7-AB13-649CD561720B}" type="presOf" srcId="{481D04E2-B95F-46CF-9187-25FA2CD4F820}" destId="{0582D123-B7D8-4C3D-A66F-4FAC7F4E5A47}" srcOrd="0" destOrd="0" presId="urn:microsoft.com/office/officeart/2005/8/layout/process2"/>
    <dgm:cxn modelId="{8B94E3C9-0B2A-4465-9B0B-F18CB75A8906}" type="presOf" srcId="{F40BACAD-358A-455C-9BD7-79ECB4077C56}" destId="{80A3ACD8-5CCF-4E64-BBFF-47A7B153BDEB}" srcOrd="1" destOrd="0" presId="urn:microsoft.com/office/officeart/2005/8/layout/process2"/>
    <dgm:cxn modelId="{DC5140D3-90B9-4AC0-8D4E-3B8BBA3378EB}" type="presOf" srcId="{481D04E2-B95F-46CF-9187-25FA2CD4F820}" destId="{1394EDBF-5138-4DC9-9C84-BE4DA9A392C2}" srcOrd="1" destOrd="0" presId="urn:microsoft.com/office/officeart/2005/8/layout/process2"/>
    <dgm:cxn modelId="{A28476ED-D3CB-4026-92CA-87D3658FDFE1}" type="presOf" srcId="{471D0093-B350-4950-95BE-CBD6A2758EE4}" destId="{FDC3A29D-D9D2-4E3B-9036-B923F191A72F}" srcOrd="0" destOrd="0" presId="urn:microsoft.com/office/officeart/2005/8/layout/process2"/>
    <dgm:cxn modelId="{859D85F0-EE62-47E5-B65C-DB45719FE40D}" type="presOf" srcId="{7DD5345B-18DB-461D-B238-08D2D369666C}" destId="{078FA5BD-F5C7-4512-8F57-215975A0326D}" srcOrd="0" destOrd="0" presId="urn:microsoft.com/office/officeart/2005/8/layout/process2"/>
    <dgm:cxn modelId="{893CE0DA-94AC-4BA8-A897-8D62EEB0FA77}" type="presParOf" srcId="{078FA5BD-F5C7-4512-8F57-215975A0326D}" destId="{8ABA1759-48DD-4FAD-8EB0-7D1006D66EFB}" srcOrd="0" destOrd="0" presId="urn:microsoft.com/office/officeart/2005/8/layout/process2"/>
    <dgm:cxn modelId="{1AE2DAE3-9362-4D1E-B2AE-58CE2F9F6CD4}" type="presParOf" srcId="{078FA5BD-F5C7-4512-8F57-215975A0326D}" destId="{0582D123-B7D8-4C3D-A66F-4FAC7F4E5A47}" srcOrd="1" destOrd="0" presId="urn:microsoft.com/office/officeart/2005/8/layout/process2"/>
    <dgm:cxn modelId="{34A8F777-237F-44F4-9B26-65070201F901}" type="presParOf" srcId="{0582D123-B7D8-4C3D-A66F-4FAC7F4E5A47}" destId="{1394EDBF-5138-4DC9-9C84-BE4DA9A392C2}" srcOrd="0" destOrd="0" presId="urn:microsoft.com/office/officeart/2005/8/layout/process2"/>
    <dgm:cxn modelId="{DD989BDC-EF94-46EB-920A-76E9DD3FB9DB}" type="presParOf" srcId="{078FA5BD-F5C7-4512-8F57-215975A0326D}" destId="{360823AA-CAEF-45B4-A248-CCD0E9BA6A9D}" srcOrd="2" destOrd="0" presId="urn:microsoft.com/office/officeart/2005/8/layout/process2"/>
    <dgm:cxn modelId="{443A6839-6EFD-4116-851D-99822FBD4C9A}" type="presParOf" srcId="{078FA5BD-F5C7-4512-8F57-215975A0326D}" destId="{5FF6C6A7-DF7B-4E0A-81C9-A5891B4ACB68}" srcOrd="3" destOrd="0" presId="urn:microsoft.com/office/officeart/2005/8/layout/process2"/>
    <dgm:cxn modelId="{8E1A0801-47F5-4E7D-B1E3-0C6A59C670BC}" type="presParOf" srcId="{5FF6C6A7-DF7B-4E0A-81C9-A5891B4ACB68}" destId="{785E20EF-ABA6-42D3-A88A-8FC17AD964B7}" srcOrd="0" destOrd="0" presId="urn:microsoft.com/office/officeart/2005/8/layout/process2"/>
    <dgm:cxn modelId="{1727C09A-971D-4387-8E21-7BBA0CD35B5B}" type="presParOf" srcId="{078FA5BD-F5C7-4512-8F57-215975A0326D}" destId="{FDC3A29D-D9D2-4E3B-9036-B923F191A72F}" srcOrd="4" destOrd="0" presId="urn:microsoft.com/office/officeart/2005/8/layout/process2"/>
    <dgm:cxn modelId="{527DBCA9-141C-4474-BFF8-A628AE5386BF}" type="presParOf" srcId="{078FA5BD-F5C7-4512-8F57-215975A0326D}" destId="{0D1484D5-EA4C-4643-8765-22062D087679}" srcOrd="5" destOrd="0" presId="urn:microsoft.com/office/officeart/2005/8/layout/process2"/>
    <dgm:cxn modelId="{EE46A30C-D02E-4B7B-9221-7DEF787D24F6}" type="presParOf" srcId="{0D1484D5-EA4C-4643-8765-22062D087679}" destId="{80A3ACD8-5CCF-4E64-BBFF-47A7B153BDEB}" srcOrd="0" destOrd="0" presId="urn:microsoft.com/office/officeart/2005/8/layout/process2"/>
    <dgm:cxn modelId="{A0FF767A-9CBD-4B7C-8422-84ADF7A502EC}" type="presParOf" srcId="{078FA5BD-F5C7-4512-8F57-215975A0326D}" destId="{33A87227-F779-4926-9403-3468024652F0}" srcOrd="6" destOrd="0" presId="urn:microsoft.com/office/officeart/2005/8/layout/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E3ADFDA-1908-4D24-A8C1-7163D2C14192}" type="doc">
      <dgm:prSet loTypeId="urn:microsoft.com/office/officeart/2005/8/layout/pyramid2" loCatId="list" qsTypeId="urn:microsoft.com/office/officeart/2005/8/quickstyle/simple1" qsCatId="simple" csTypeId="urn:microsoft.com/office/officeart/2005/8/colors/accent1_2" csCatId="accent1" phldr="1"/>
      <dgm:spPr/>
    </dgm:pt>
    <dgm:pt modelId="{6E6156BD-D1AF-41B9-9F97-704B49FC31C4}">
      <dgm:prSet phldrT="[Text]"/>
      <dgm:spPr>
        <a:ln>
          <a:solidFill>
            <a:srgbClr val="005288"/>
          </a:solidFill>
        </a:ln>
      </dgm:spPr>
      <dgm:t>
        <a:bodyPr/>
        <a:lstStyle/>
        <a:p>
          <a:r>
            <a:rPr lang="en-US" dirty="0">
              <a:solidFill>
                <a:srgbClr val="005288"/>
              </a:solidFill>
            </a:rPr>
            <a:t>Scalability issues</a:t>
          </a:r>
        </a:p>
      </dgm:t>
    </dgm:pt>
    <dgm:pt modelId="{1200C60C-E72F-44C0-9A79-AB9122FDF5BC}" type="parTrans" cxnId="{551EACA8-078A-4709-B559-5D3FF337207C}">
      <dgm:prSet/>
      <dgm:spPr/>
      <dgm:t>
        <a:bodyPr/>
        <a:lstStyle/>
        <a:p>
          <a:endParaRPr lang="en-US"/>
        </a:p>
      </dgm:t>
    </dgm:pt>
    <dgm:pt modelId="{A6BF6A6A-3D83-4A4B-BAAD-16E209AF072D}" type="sibTrans" cxnId="{551EACA8-078A-4709-B559-5D3FF337207C}">
      <dgm:prSet/>
      <dgm:spPr/>
      <dgm:t>
        <a:bodyPr/>
        <a:lstStyle/>
        <a:p>
          <a:endParaRPr lang="en-US"/>
        </a:p>
      </dgm:t>
    </dgm:pt>
    <dgm:pt modelId="{659B6A86-7299-48A4-A3A5-925712B945F5}">
      <dgm:prSet/>
      <dgm:spPr>
        <a:ln>
          <a:solidFill>
            <a:srgbClr val="005288"/>
          </a:solidFill>
        </a:ln>
      </dgm:spPr>
      <dgm:t>
        <a:bodyPr/>
        <a:lstStyle/>
        <a:p>
          <a:r>
            <a:rPr lang="en-US" dirty="0">
              <a:solidFill>
                <a:srgbClr val="005288"/>
              </a:solidFill>
            </a:rPr>
            <a:t>Difficulty finding quality developers</a:t>
          </a:r>
        </a:p>
      </dgm:t>
    </dgm:pt>
    <dgm:pt modelId="{113CA4CF-A412-4C76-831D-516DC09C1598}" type="parTrans" cxnId="{ED247246-2865-4724-8A36-8EA4C6DAF4E6}">
      <dgm:prSet/>
      <dgm:spPr/>
      <dgm:t>
        <a:bodyPr/>
        <a:lstStyle/>
        <a:p>
          <a:endParaRPr lang="en-US"/>
        </a:p>
      </dgm:t>
    </dgm:pt>
    <dgm:pt modelId="{7356E830-30E9-4E3A-8713-4CF93FF804F8}" type="sibTrans" cxnId="{ED247246-2865-4724-8A36-8EA4C6DAF4E6}">
      <dgm:prSet/>
      <dgm:spPr/>
      <dgm:t>
        <a:bodyPr/>
        <a:lstStyle/>
        <a:p>
          <a:endParaRPr lang="en-US"/>
        </a:p>
      </dgm:t>
    </dgm:pt>
    <dgm:pt modelId="{BA44D713-A6BF-43C9-826A-A373A0139C75}">
      <dgm:prSet/>
      <dgm:spPr>
        <a:ln>
          <a:solidFill>
            <a:srgbClr val="005288"/>
          </a:solidFill>
        </a:ln>
      </dgm:spPr>
      <dgm:t>
        <a:bodyPr/>
        <a:lstStyle/>
        <a:p>
          <a:r>
            <a:rPr lang="en-US" dirty="0">
              <a:solidFill>
                <a:srgbClr val="005288"/>
              </a:solidFill>
            </a:rPr>
            <a:t>Ruby slow to update it’s languages</a:t>
          </a:r>
        </a:p>
      </dgm:t>
    </dgm:pt>
    <dgm:pt modelId="{B91321EB-4DE5-4A57-ABD5-6FDD5EE7F4F7}" type="parTrans" cxnId="{654394D1-0855-4C54-8546-B650A938B3C8}">
      <dgm:prSet/>
      <dgm:spPr/>
      <dgm:t>
        <a:bodyPr/>
        <a:lstStyle/>
        <a:p>
          <a:endParaRPr lang="en-US"/>
        </a:p>
      </dgm:t>
    </dgm:pt>
    <dgm:pt modelId="{931CF06C-3598-469D-A57E-6620375DE1D0}" type="sibTrans" cxnId="{654394D1-0855-4C54-8546-B650A938B3C8}">
      <dgm:prSet/>
      <dgm:spPr/>
      <dgm:t>
        <a:bodyPr/>
        <a:lstStyle/>
        <a:p>
          <a:endParaRPr lang="en-US"/>
        </a:p>
      </dgm:t>
    </dgm:pt>
    <dgm:pt modelId="{2014B36D-46A3-4E93-81B4-2FABE69DBC57}">
      <dgm:prSet/>
      <dgm:spPr>
        <a:ln>
          <a:solidFill>
            <a:srgbClr val="005288"/>
          </a:solidFill>
        </a:ln>
      </dgm:spPr>
      <dgm:t>
        <a:bodyPr/>
        <a:lstStyle/>
        <a:p>
          <a:r>
            <a:rPr lang="en-US" dirty="0">
              <a:solidFill>
                <a:srgbClr val="005288"/>
              </a:solidFill>
            </a:rPr>
            <a:t>Ruby community slow to update RubyGems</a:t>
          </a:r>
        </a:p>
      </dgm:t>
    </dgm:pt>
    <dgm:pt modelId="{E3C80CA8-E9D3-43AD-B5DC-79A6BAE57E52}" type="parTrans" cxnId="{93C940BE-9D14-4544-A6A4-F1A6CC24B5CA}">
      <dgm:prSet/>
      <dgm:spPr/>
      <dgm:t>
        <a:bodyPr/>
        <a:lstStyle/>
        <a:p>
          <a:endParaRPr lang="en-US"/>
        </a:p>
      </dgm:t>
    </dgm:pt>
    <dgm:pt modelId="{BC87DFD1-E60B-4F4E-99F1-50409FC2412C}" type="sibTrans" cxnId="{93C940BE-9D14-4544-A6A4-F1A6CC24B5CA}">
      <dgm:prSet/>
      <dgm:spPr/>
      <dgm:t>
        <a:bodyPr/>
        <a:lstStyle/>
        <a:p>
          <a:endParaRPr lang="en-US"/>
        </a:p>
      </dgm:t>
    </dgm:pt>
    <dgm:pt modelId="{33F9D800-A1CA-4882-B780-A23AD706ED99}">
      <dgm:prSet/>
      <dgm:spPr>
        <a:ln>
          <a:solidFill>
            <a:srgbClr val="005288"/>
          </a:solidFill>
        </a:ln>
      </dgm:spPr>
      <dgm:t>
        <a:bodyPr/>
        <a:lstStyle/>
        <a:p>
          <a:r>
            <a:rPr lang="en-US" dirty="0">
              <a:solidFill>
                <a:srgbClr val="005288"/>
              </a:solidFill>
            </a:rPr>
            <a:t>Difficulty locating version change documentation for Rails</a:t>
          </a:r>
        </a:p>
      </dgm:t>
    </dgm:pt>
    <dgm:pt modelId="{A691F6E0-B29F-4BC7-8227-EF68C3AF1201}" type="parTrans" cxnId="{1F82214D-A356-4AB6-A1FC-E67324CEE06F}">
      <dgm:prSet/>
      <dgm:spPr/>
      <dgm:t>
        <a:bodyPr/>
        <a:lstStyle/>
        <a:p>
          <a:endParaRPr lang="en-US"/>
        </a:p>
      </dgm:t>
    </dgm:pt>
    <dgm:pt modelId="{03C39A86-EA4B-4E20-AF84-A49D0431C842}" type="sibTrans" cxnId="{1F82214D-A356-4AB6-A1FC-E67324CEE06F}">
      <dgm:prSet/>
      <dgm:spPr/>
      <dgm:t>
        <a:bodyPr/>
        <a:lstStyle/>
        <a:p>
          <a:endParaRPr lang="en-US"/>
        </a:p>
      </dgm:t>
    </dgm:pt>
    <dgm:pt modelId="{7A93390D-D2AE-44DC-B730-03973579FCB8}" type="pres">
      <dgm:prSet presAssocID="{5E3ADFDA-1908-4D24-A8C1-7163D2C14192}" presName="compositeShape" presStyleCnt="0">
        <dgm:presLayoutVars>
          <dgm:dir/>
          <dgm:resizeHandles/>
        </dgm:presLayoutVars>
      </dgm:prSet>
      <dgm:spPr/>
    </dgm:pt>
    <dgm:pt modelId="{23D6C19B-350C-4393-8BB9-C28C07CB8A2D}" type="pres">
      <dgm:prSet presAssocID="{5E3ADFDA-1908-4D24-A8C1-7163D2C14192}" presName="pyramid" presStyleLbl="node1" presStyleIdx="0" presStyleCnt="1"/>
      <dgm:spPr>
        <a:solidFill>
          <a:srgbClr val="005288"/>
        </a:solidFill>
        <a:ln>
          <a:solidFill>
            <a:srgbClr val="005288"/>
          </a:solidFill>
        </a:ln>
      </dgm:spPr>
    </dgm:pt>
    <dgm:pt modelId="{D0C5CE61-35E9-48B6-8269-A4D59E85E49D}" type="pres">
      <dgm:prSet presAssocID="{5E3ADFDA-1908-4D24-A8C1-7163D2C14192}" presName="theList" presStyleCnt="0"/>
      <dgm:spPr/>
    </dgm:pt>
    <dgm:pt modelId="{F512AE65-0FEE-46E2-A2FD-142C531D07B5}" type="pres">
      <dgm:prSet presAssocID="{6E6156BD-D1AF-41B9-9F97-704B49FC31C4}" presName="aNode" presStyleLbl="fgAcc1" presStyleIdx="0" presStyleCnt="5" custLinFactNeighborX="29370">
        <dgm:presLayoutVars>
          <dgm:bulletEnabled val="1"/>
        </dgm:presLayoutVars>
      </dgm:prSet>
      <dgm:spPr/>
    </dgm:pt>
    <dgm:pt modelId="{40B97785-8FCE-49C4-91BC-D74BCFBC82AB}" type="pres">
      <dgm:prSet presAssocID="{6E6156BD-D1AF-41B9-9F97-704B49FC31C4}" presName="aSpace" presStyleCnt="0"/>
      <dgm:spPr/>
    </dgm:pt>
    <dgm:pt modelId="{8B2AF144-6EFA-43B2-955B-9FFAE1142D45}" type="pres">
      <dgm:prSet presAssocID="{659B6A86-7299-48A4-A3A5-925712B945F5}" presName="aNode" presStyleLbl="fgAcc1" presStyleIdx="1" presStyleCnt="5" custLinFactNeighborX="29370">
        <dgm:presLayoutVars>
          <dgm:bulletEnabled val="1"/>
        </dgm:presLayoutVars>
      </dgm:prSet>
      <dgm:spPr/>
    </dgm:pt>
    <dgm:pt modelId="{1CA473C9-DA4F-4FF2-B4FB-B3B68C5B206B}" type="pres">
      <dgm:prSet presAssocID="{659B6A86-7299-48A4-A3A5-925712B945F5}" presName="aSpace" presStyleCnt="0"/>
      <dgm:spPr/>
    </dgm:pt>
    <dgm:pt modelId="{CD6CF7F7-A5A5-487D-A6B7-4AE33E173707}" type="pres">
      <dgm:prSet presAssocID="{BA44D713-A6BF-43C9-826A-A373A0139C75}" presName="aNode" presStyleLbl="fgAcc1" presStyleIdx="2" presStyleCnt="5" custLinFactNeighborX="29370">
        <dgm:presLayoutVars>
          <dgm:bulletEnabled val="1"/>
        </dgm:presLayoutVars>
      </dgm:prSet>
      <dgm:spPr/>
    </dgm:pt>
    <dgm:pt modelId="{4B2180A1-D8BE-4290-8DBA-0C677FFF9FB9}" type="pres">
      <dgm:prSet presAssocID="{BA44D713-A6BF-43C9-826A-A373A0139C75}" presName="aSpace" presStyleCnt="0"/>
      <dgm:spPr/>
    </dgm:pt>
    <dgm:pt modelId="{DF0E7297-F167-4D20-A8F6-8B346203EE67}" type="pres">
      <dgm:prSet presAssocID="{2014B36D-46A3-4E93-81B4-2FABE69DBC57}" presName="aNode" presStyleLbl="fgAcc1" presStyleIdx="3" presStyleCnt="5" custLinFactNeighborX="29370">
        <dgm:presLayoutVars>
          <dgm:bulletEnabled val="1"/>
        </dgm:presLayoutVars>
      </dgm:prSet>
      <dgm:spPr/>
    </dgm:pt>
    <dgm:pt modelId="{62825483-45EC-444D-BFA7-E87B4D5B752E}" type="pres">
      <dgm:prSet presAssocID="{2014B36D-46A3-4E93-81B4-2FABE69DBC57}" presName="aSpace" presStyleCnt="0"/>
      <dgm:spPr/>
    </dgm:pt>
    <dgm:pt modelId="{9CF0B215-265A-460A-B71E-3BB1110506DF}" type="pres">
      <dgm:prSet presAssocID="{33F9D800-A1CA-4882-B780-A23AD706ED99}" presName="aNode" presStyleLbl="fgAcc1" presStyleIdx="4" presStyleCnt="5" custLinFactNeighborX="29370">
        <dgm:presLayoutVars>
          <dgm:bulletEnabled val="1"/>
        </dgm:presLayoutVars>
      </dgm:prSet>
      <dgm:spPr/>
    </dgm:pt>
    <dgm:pt modelId="{AD300F13-33BC-4D6A-96F4-D1BDE9AC9A9D}" type="pres">
      <dgm:prSet presAssocID="{33F9D800-A1CA-4882-B780-A23AD706ED99}" presName="aSpace" presStyleCnt="0"/>
      <dgm:spPr/>
    </dgm:pt>
  </dgm:ptLst>
  <dgm:cxnLst>
    <dgm:cxn modelId="{EC8BE32D-93C9-473C-A044-38569D368425}" type="presOf" srcId="{2014B36D-46A3-4E93-81B4-2FABE69DBC57}" destId="{DF0E7297-F167-4D20-A8F6-8B346203EE67}" srcOrd="0" destOrd="0" presId="urn:microsoft.com/office/officeart/2005/8/layout/pyramid2"/>
    <dgm:cxn modelId="{ED247246-2865-4724-8A36-8EA4C6DAF4E6}" srcId="{5E3ADFDA-1908-4D24-A8C1-7163D2C14192}" destId="{659B6A86-7299-48A4-A3A5-925712B945F5}" srcOrd="1" destOrd="0" parTransId="{113CA4CF-A412-4C76-831D-516DC09C1598}" sibTransId="{7356E830-30E9-4E3A-8713-4CF93FF804F8}"/>
    <dgm:cxn modelId="{1F82214D-A356-4AB6-A1FC-E67324CEE06F}" srcId="{5E3ADFDA-1908-4D24-A8C1-7163D2C14192}" destId="{33F9D800-A1CA-4882-B780-A23AD706ED99}" srcOrd="4" destOrd="0" parTransId="{A691F6E0-B29F-4BC7-8227-EF68C3AF1201}" sibTransId="{03C39A86-EA4B-4E20-AF84-A49D0431C842}"/>
    <dgm:cxn modelId="{E5B9AD55-33E0-4018-899D-D6E2B73A1E4D}" type="presOf" srcId="{33F9D800-A1CA-4882-B780-A23AD706ED99}" destId="{9CF0B215-265A-460A-B71E-3BB1110506DF}" srcOrd="0" destOrd="0" presId="urn:microsoft.com/office/officeart/2005/8/layout/pyramid2"/>
    <dgm:cxn modelId="{551EACA8-078A-4709-B559-5D3FF337207C}" srcId="{5E3ADFDA-1908-4D24-A8C1-7163D2C14192}" destId="{6E6156BD-D1AF-41B9-9F97-704B49FC31C4}" srcOrd="0" destOrd="0" parTransId="{1200C60C-E72F-44C0-9A79-AB9122FDF5BC}" sibTransId="{A6BF6A6A-3D83-4A4B-BAAD-16E209AF072D}"/>
    <dgm:cxn modelId="{93C940BE-9D14-4544-A6A4-F1A6CC24B5CA}" srcId="{5E3ADFDA-1908-4D24-A8C1-7163D2C14192}" destId="{2014B36D-46A3-4E93-81B4-2FABE69DBC57}" srcOrd="3" destOrd="0" parTransId="{E3C80CA8-E9D3-43AD-B5DC-79A6BAE57E52}" sibTransId="{BC87DFD1-E60B-4F4E-99F1-50409FC2412C}"/>
    <dgm:cxn modelId="{075E7EC0-67D7-4E52-879D-6FC74ED81EB0}" type="presOf" srcId="{6E6156BD-D1AF-41B9-9F97-704B49FC31C4}" destId="{F512AE65-0FEE-46E2-A2FD-142C531D07B5}" srcOrd="0" destOrd="0" presId="urn:microsoft.com/office/officeart/2005/8/layout/pyramid2"/>
    <dgm:cxn modelId="{654394D1-0855-4C54-8546-B650A938B3C8}" srcId="{5E3ADFDA-1908-4D24-A8C1-7163D2C14192}" destId="{BA44D713-A6BF-43C9-826A-A373A0139C75}" srcOrd="2" destOrd="0" parTransId="{B91321EB-4DE5-4A57-ABD5-6FDD5EE7F4F7}" sibTransId="{931CF06C-3598-469D-A57E-6620375DE1D0}"/>
    <dgm:cxn modelId="{8A89ADD2-07CF-458E-AA2B-1BFEEBEC8351}" type="presOf" srcId="{659B6A86-7299-48A4-A3A5-925712B945F5}" destId="{8B2AF144-6EFA-43B2-955B-9FFAE1142D45}" srcOrd="0" destOrd="0" presId="urn:microsoft.com/office/officeart/2005/8/layout/pyramid2"/>
    <dgm:cxn modelId="{28B295D5-4B99-4544-88AF-5B3647903B3A}" type="presOf" srcId="{BA44D713-A6BF-43C9-826A-A373A0139C75}" destId="{CD6CF7F7-A5A5-487D-A6B7-4AE33E173707}" srcOrd="0" destOrd="0" presId="urn:microsoft.com/office/officeart/2005/8/layout/pyramid2"/>
    <dgm:cxn modelId="{48FE91E3-B4C1-4E5C-B6E4-A6E522F85D0A}" type="presOf" srcId="{5E3ADFDA-1908-4D24-A8C1-7163D2C14192}" destId="{7A93390D-D2AE-44DC-B730-03973579FCB8}" srcOrd="0" destOrd="0" presId="urn:microsoft.com/office/officeart/2005/8/layout/pyramid2"/>
    <dgm:cxn modelId="{6ADAEBB6-3C5C-4D92-9B58-7771AB14E1A4}" type="presParOf" srcId="{7A93390D-D2AE-44DC-B730-03973579FCB8}" destId="{23D6C19B-350C-4393-8BB9-C28C07CB8A2D}" srcOrd="0" destOrd="0" presId="urn:microsoft.com/office/officeart/2005/8/layout/pyramid2"/>
    <dgm:cxn modelId="{0A186187-881D-4366-8A6E-F0C69AAA4937}" type="presParOf" srcId="{7A93390D-D2AE-44DC-B730-03973579FCB8}" destId="{D0C5CE61-35E9-48B6-8269-A4D59E85E49D}" srcOrd="1" destOrd="0" presId="urn:microsoft.com/office/officeart/2005/8/layout/pyramid2"/>
    <dgm:cxn modelId="{5E1E8E57-7E84-4CD3-AFE8-DE7319378318}" type="presParOf" srcId="{D0C5CE61-35E9-48B6-8269-A4D59E85E49D}" destId="{F512AE65-0FEE-46E2-A2FD-142C531D07B5}" srcOrd="0" destOrd="0" presId="urn:microsoft.com/office/officeart/2005/8/layout/pyramid2"/>
    <dgm:cxn modelId="{681FF38E-CC26-43E5-8560-630D44401A11}" type="presParOf" srcId="{D0C5CE61-35E9-48B6-8269-A4D59E85E49D}" destId="{40B97785-8FCE-49C4-91BC-D74BCFBC82AB}" srcOrd="1" destOrd="0" presId="urn:microsoft.com/office/officeart/2005/8/layout/pyramid2"/>
    <dgm:cxn modelId="{207E2535-B698-4641-90AF-DB7A5A056F57}" type="presParOf" srcId="{D0C5CE61-35E9-48B6-8269-A4D59E85E49D}" destId="{8B2AF144-6EFA-43B2-955B-9FFAE1142D45}" srcOrd="2" destOrd="0" presId="urn:microsoft.com/office/officeart/2005/8/layout/pyramid2"/>
    <dgm:cxn modelId="{435827EE-605F-4F95-9A94-92D64B55957B}" type="presParOf" srcId="{D0C5CE61-35E9-48B6-8269-A4D59E85E49D}" destId="{1CA473C9-DA4F-4FF2-B4FB-B3B68C5B206B}" srcOrd="3" destOrd="0" presId="urn:microsoft.com/office/officeart/2005/8/layout/pyramid2"/>
    <dgm:cxn modelId="{2F27472D-25F0-41C1-AA7C-88BAA116D7FD}" type="presParOf" srcId="{D0C5CE61-35E9-48B6-8269-A4D59E85E49D}" destId="{CD6CF7F7-A5A5-487D-A6B7-4AE33E173707}" srcOrd="4" destOrd="0" presId="urn:microsoft.com/office/officeart/2005/8/layout/pyramid2"/>
    <dgm:cxn modelId="{1AFAE6CC-A86D-4CC5-A7D7-E7AB88F98738}" type="presParOf" srcId="{D0C5CE61-35E9-48B6-8269-A4D59E85E49D}" destId="{4B2180A1-D8BE-4290-8DBA-0C677FFF9FB9}" srcOrd="5" destOrd="0" presId="urn:microsoft.com/office/officeart/2005/8/layout/pyramid2"/>
    <dgm:cxn modelId="{2AFEE6A1-33AB-404C-BA2F-849037616BD4}" type="presParOf" srcId="{D0C5CE61-35E9-48B6-8269-A4D59E85E49D}" destId="{DF0E7297-F167-4D20-A8F6-8B346203EE67}" srcOrd="6" destOrd="0" presId="urn:microsoft.com/office/officeart/2005/8/layout/pyramid2"/>
    <dgm:cxn modelId="{F490701F-6EC6-4609-A019-B0872EE2B5FC}" type="presParOf" srcId="{D0C5CE61-35E9-48B6-8269-A4D59E85E49D}" destId="{62825483-45EC-444D-BFA7-E87B4D5B752E}" srcOrd="7" destOrd="0" presId="urn:microsoft.com/office/officeart/2005/8/layout/pyramid2"/>
    <dgm:cxn modelId="{07BC740F-6B6F-4A7D-ACB3-FC5432424A86}" type="presParOf" srcId="{D0C5CE61-35E9-48B6-8269-A4D59E85E49D}" destId="{9CF0B215-265A-460A-B71E-3BB1110506DF}" srcOrd="8" destOrd="0" presId="urn:microsoft.com/office/officeart/2005/8/layout/pyramid2"/>
    <dgm:cxn modelId="{7C01596E-3466-49D9-90AE-976C43DA5E6A}" type="presParOf" srcId="{D0C5CE61-35E9-48B6-8269-A4D59E85E49D}" destId="{AD300F13-33BC-4D6A-96F4-D1BDE9AC9A9D}" srcOrd="9"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AE86017-0CD9-46B6-B005-C26809EFEED6}" type="doc">
      <dgm:prSet loTypeId="urn:microsoft.com/office/officeart/2011/layout/HexagonRadial" loCatId="cycle" qsTypeId="urn:microsoft.com/office/officeart/2005/8/quickstyle/simple1" qsCatId="simple" csTypeId="urn:microsoft.com/office/officeart/2005/8/colors/accent1_2" csCatId="accent1" phldr="1"/>
      <dgm:spPr/>
      <dgm:t>
        <a:bodyPr/>
        <a:lstStyle/>
        <a:p>
          <a:endParaRPr lang="en-US"/>
        </a:p>
      </dgm:t>
    </dgm:pt>
    <dgm:pt modelId="{B29A67B8-6D57-476C-9E11-AEA46617E700}">
      <dgm:prSet phldrT="[Text]" custT="1"/>
      <dgm:spPr>
        <a:solidFill>
          <a:srgbClr val="005288"/>
        </a:solidFill>
      </dgm:spPr>
      <dgm:t>
        <a:bodyPr/>
        <a:lstStyle/>
        <a:p>
          <a:r>
            <a:rPr lang="en-US" sz="800" b="1" dirty="0"/>
            <a:t>When infrastructure provider patches operating system </a:t>
          </a:r>
        </a:p>
      </dgm:t>
    </dgm:pt>
    <dgm:pt modelId="{8C49E19F-3E8E-4BF4-BF17-ADE905FDFD94}" type="parTrans" cxnId="{67F8DE80-2697-4A54-96C7-24EA647C2E5F}">
      <dgm:prSet/>
      <dgm:spPr/>
      <dgm:t>
        <a:bodyPr/>
        <a:lstStyle/>
        <a:p>
          <a:endParaRPr lang="en-US"/>
        </a:p>
      </dgm:t>
    </dgm:pt>
    <dgm:pt modelId="{7DD10EDA-B4AC-42D7-A8F5-D644EFD1F41D}" type="sibTrans" cxnId="{67F8DE80-2697-4A54-96C7-24EA647C2E5F}">
      <dgm:prSet/>
      <dgm:spPr/>
      <dgm:t>
        <a:bodyPr/>
        <a:lstStyle/>
        <a:p>
          <a:endParaRPr lang="en-US"/>
        </a:p>
      </dgm:t>
    </dgm:pt>
    <dgm:pt modelId="{0C757EE3-ACBC-44DD-B7B3-1A1F850D727B}">
      <dgm:prSet phldrT="[Text]" custT="1"/>
      <dgm:spPr>
        <a:solidFill>
          <a:srgbClr val="005288"/>
        </a:solidFill>
      </dgm:spPr>
      <dgm:t>
        <a:bodyPr/>
        <a:lstStyle/>
        <a:p>
          <a:r>
            <a:rPr lang="en-US" sz="800" b="1" dirty="0"/>
            <a:t>Change Ruby </a:t>
          </a:r>
        </a:p>
      </dgm:t>
    </dgm:pt>
    <dgm:pt modelId="{EABA1AD2-1D1F-4960-8A31-DFE81EE26E1D}" type="parTrans" cxnId="{82806F48-87DB-4112-87DD-427F9C6ACB30}">
      <dgm:prSet/>
      <dgm:spPr/>
      <dgm:t>
        <a:bodyPr/>
        <a:lstStyle/>
        <a:p>
          <a:endParaRPr lang="en-US"/>
        </a:p>
      </dgm:t>
    </dgm:pt>
    <dgm:pt modelId="{21EB9F22-0781-40BB-B181-2D0B5512E066}" type="sibTrans" cxnId="{82806F48-87DB-4112-87DD-427F9C6ACB30}">
      <dgm:prSet/>
      <dgm:spPr/>
      <dgm:t>
        <a:bodyPr/>
        <a:lstStyle/>
        <a:p>
          <a:endParaRPr lang="en-US"/>
        </a:p>
      </dgm:t>
    </dgm:pt>
    <dgm:pt modelId="{44369B5C-4EFD-4C7E-BEB2-FC718897C6F5}">
      <dgm:prSet phldrT="[Text]"/>
      <dgm:spPr/>
      <dgm:t>
        <a:bodyPr/>
        <a:lstStyle/>
        <a:p>
          <a:endParaRPr lang="en-US" sz="800" b="1" dirty="0"/>
        </a:p>
      </dgm:t>
    </dgm:pt>
    <dgm:pt modelId="{A4FACD1F-C047-4BC2-ABF3-4D5136E3A431}" type="parTrans" cxnId="{B0ABFAF4-4AA6-4CCE-8B8A-DDB91B3D6D69}">
      <dgm:prSet/>
      <dgm:spPr/>
      <dgm:t>
        <a:bodyPr/>
        <a:lstStyle/>
        <a:p>
          <a:endParaRPr lang="en-US"/>
        </a:p>
      </dgm:t>
    </dgm:pt>
    <dgm:pt modelId="{3A9895AC-B848-4FEB-BADD-0BFF56625F1D}" type="sibTrans" cxnId="{B0ABFAF4-4AA6-4CCE-8B8A-DDB91B3D6D69}">
      <dgm:prSet/>
      <dgm:spPr/>
      <dgm:t>
        <a:bodyPr/>
        <a:lstStyle/>
        <a:p>
          <a:endParaRPr lang="en-US"/>
        </a:p>
      </dgm:t>
    </dgm:pt>
    <dgm:pt modelId="{F4A83B6F-21BD-4179-AEEE-B8E402F221AA}">
      <dgm:prSet custT="1"/>
      <dgm:spPr>
        <a:solidFill>
          <a:srgbClr val="005288"/>
        </a:solidFill>
      </dgm:spPr>
      <dgm:t>
        <a:bodyPr/>
        <a:lstStyle/>
        <a:p>
          <a:r>
            <a:rPr lang="en-US" sz="800" b="1" dirty="0"/>
            <a:t>Change Rails </a:t>
          </a:r>
        </a:p>
      </dgm:t>
    </dgm:pt>
    <dgm:pt modelId="{10FE7417-201C-4675-95C9-6EC30DEE1AE3}" type="parTrans" cxnId="{CED2599D-F4F1-4CF8-BCFC-7BD6181F42D3}">
      <dgm:prSet/>
      <dgm:spPr/>
      <dgm:t>
        <a:bodyPr/>
        <a:lstStyle/>
        <a:p>
          <a:endParaRPr lang="en-US"/>
        </a:p>
      </dgm:t>
    </dgm:pt>
    <dgm:pt modelId="{10219B3B-62FB-44B1-8B8F-1E25968EB547}" type="sibTrans" cxnId="{CED2599D-F4F1-4CF8-BCFC-7BD6181F42D3}">
      <dgm:prSet/>
      <dgm:spPr/>
      <dgm:t>
        <a:bodyPr/>
        <a:lstStyle/>
        <a:p>
          <a:endParaRPr lang="en-US"/>
        </a:p>
      </dgm:t>
    </dgm:pt>
    <dgm:pt modelId="{6231AAE3-09DF-495D-83BD-EC92B9C80B0C}">
      <dgm:prSet custT="1"/>
      <dgm:spPr>
        <a:solidFill>
          <a:srgbClr val="005288"/>
        </a:solidFill>
      </dgm:spPr>
      <dgm:t>
        <a:bodyPr/>
        <a:lstStyle/>
        <a:p>
          <a:r>
            <a:rPr lang="en-US" sz="800" b="1" dirty="0"/>
            <a:t>Change RubyGems files</a:t>
          </a:r>
        </a:p>
      </dgm:t>
    </dgm:pt>
    <dgm:pt modelId="{CDD3FB08-7B7F-452F-952D-29F4314FC59D}" type="parTrans" cxnId="{33DB45FA-4CA1-4034-9887-5303AB424545}">
      <dgm:prSet/>
      <dgm:spPr/>
      <dgm:t>
        <a:bodyPr/>
        <a:lstStyle/>
        <a:p>
          <a:endParaRPr lang="en-US"/>
        </a:p>
      </dgm:t>
    </dgm:pt>
    <dgm:pt modelId="{C73BAFC6-6A86-4DEC-8AF2-16A16C302D9C}" type="sibTrans" cxnId="{33DB45FA-4CA1-4034-9887-5303AB424545}">
      <dgm:prSet/>
      <dgm:spPr/>
      <dgm:t>
        <a:bodyPr/>
        <a:lstStyle/>
        <a:p>
          <a:endParaRPr lang="en-US"/>
        </a:p>
      </dgm:t>
    </dgm:pt>
    <dgm:pt modelId="{EE1C4289-D34C-481C-865A-13055ADF15C8}">
      <dgm:prSet custT="1"/>
      <dgm:spPr>
        <a:solidFill>
          <a:srgbClr val="005288"/>
        </a:solidFill>
      </dgm:spPr>
      <dgm:t>
        <a:bodyPr/>
        <a:lstStyle/>
        <a:p>
          <a:r>
            <a:rPr lang="en-US" sz="800" b="1" dirty="0"/>
            <a:t>Rebuild environment</a:t>
          </a:r>
        </a:p>
      </dgm:t>
    </dgm:pt>
    <dgm:pt modelId="{7633CC10-2CFE-42CA-A3B1-3B68CAFD0061}" type="parTrans" cxnId="{967EBD86-704D-4158-9BB2-B0C782360000}">
      <dgm:prSet/>
      <dgm:spPr/>
      <dgm:t>
        <a:bodyPr/>
        <a:lstStyle/>
        <a:p>
          <a:endParaRPr lang="en-US"/>
        </a:p>
      </dgm:t>
    </dgm:pt>
    <dgm:pt modelId="{18031D3C-F01F-4154-8241-486338A007BD}" type="sibTrans" cxnId="{967EBD86-704D-4158-9BB2-B0C782360000}">
      <dgm:prSet/>
      <dgm:spPr/>
      <dgm:t>
        <a:bodyPr/>
        <a:lstStyle/>
        <a:p>
          <a:endParaRPr lang="en-US"/>
        </a:p>
      </dgm:t>
    </dgm:pt>
    <dgm:pt modelId="{783080F6-BA4E-496E-9172-792F11984762}">
      <dgm:prSet custT="1"/>
      <dgm:spPr>
        <a:solidFill>
          <a:srgbClr val="005288"/>
        </a:solidFill>
      </dgm:spPr>
      <dgm:t>
        <a:bodyPr/>
        <a:lstStyle/>
        <a:p>
          <a:r>
            <a:rPr lang="en-US" sz="800" b="1" dirty="0"/>
            <a:t>Identify correct Gem Ruby dependencies</a:t>
          </a:r>
        </a:p>
      </dgm:t>
    </dgm:pt>
    <dgm:pt modelId="{87270A1E-9116-412D-80FE-2B6C8D7CCB20}" type="parTrans" cxnId="{C9A5475F-AD33-4851-BEB8-55E5294676C0}">
      <dgm:prSet/>
      <dgm:spPr/>
      <dgm:t>
        <a:bodyPr/>
        <a:lstStyle/>
        <a:p>
          <a:endParaRPr lang="en-US"/>
        </a:p>
      </dgm:t>
    </dgm:pt>
    <dgm:pt modelId="{2F64086C-9996-4B68-B6ED-83323C0B3E79}" type="sibTrans" cxnId="{C9A5475F-AD33-4851-BEB8-55E5294676C0}">
      <dgm:prSet/>
      <dgm:spPr/>
      <dgm:t>
        <a:bodyPr/>
        <a:lstStyle/>
        <a:p>
          <a:endParaRPr lang="en-US"/>
        </a:p>
      </dgm:t>
    </dgm:pt>
    <dgm:pt modelId="{E58E774A-D74E-4527-8074-25B4CA685180}">
      <dgm:prSet custT="1"/>
      <dgm:spPr>
        <a:solidFill>
          <a:srgbClr val="005288"/>
        </a:solidFill>
      </dgm:spPr>
      <dgm:t>
        <a:bodyPr/>
        <a:lstStyle/>
        <a:p>
          <a:r>
            <a:rPr lang="en-US" sz="800" b="1" dirty="0"/>
            <a:t>Roll all newer code changes to the older code base</a:t>
          </a:r>
        </a:p>
      </dgm:t>
    </dgm:pt>
    <dgm:pt modelId="{C3EA0A74-F438-42CA-A06A-08C3AC24B202}" type="parTrans" cxnId="{D3B95FDC-FB97-4FFD-8EC8-FBA9E77DB9CA}">
      <dgm:prSet/>
      <dgm:spPr/>
      <dgm:t>
        <a:bodyPr/>
        <a:lstStyle/>
        <a:p>
          <a:endParaRPr lang="en-US"/>
        </a:p>
      </dgm:t>
    </dgm:pt>
    <dgm:pt modelId="{319C0011-E405-4ECA-8D90-5D861A394BDE}" type="sibTrans" cxnId="{D3B95FDC-FB97-4FFD-8EC8-FBA9E77DB9CA}">
      <dgm:prSet/>
      <dgm:spPr/>
      <dgm:t>
        <a:bodyPr/>
        <a:lstStyle/>
        <a:p>
          <a:endParaRPr lang="en-US"/>
        </a:p>
      </dgm:t>
    </dgm:pt>
    <dgm:pt modelId="{9ACED5A1-1017-45E3-B123-3E5812B57366}" type="pres">
      <dgm:prSet presAssocID="{5AE86017-0CD9-46B6-B005-C26809EFEED6}" presName="Name0" presStyleCnt="0">
        <dgm:presLayoutVars>
          <dgm:chMax val="1"/>
          <dgm:chPref val="1"/>
          <dgm:dir/>
          <dgm:animOne val="branch"/>
          <dgm:animLvl val="lvl"/>
        </dgm:presLayoutVars>
      </dgm:prSet>
      <dgm:spPr/>
    </dgm:pt>
    <dgm:pt modelId="{C45C07EE-DA1D-4046-B997-DDB3830E93EE}" type="pres">
      <dgm:prSet presAssocID="{B29A67B8-6D57-476C-9E11-AEA46617E700}" presName="Parent" presStyleLbl="node0" presStyleIdx="0" presStyleCnt="1">
        <dgm:presLayoutVars>
          <dgm:chMax val="6"/>
          <dgm:chPref val="6"/>
        </dgm:presLayoutVars>
      </dgm:prSet>
      <dgm:spPr/>
    </dgm:pt>
    <dgm:pt modelId="{B5B33764-BDF7-4E58-80BD-3905F4AE8B9F}" type="pres">
      <dgm:prSet presAssocID="{0C757EE3-ACBC-44DD-B7B3-1A1F850D727B}" presName="Accent1" presStyleCnt="0"/>
      <dgm:spPr/>
    </dgm:pt>
    <dgm:pt modelId="{C922C1E1-4BF5-4B5F-AA0C-F8B0B18F6FED}" type="pres">
      <dgm:prSet presAssocID="{0C757EE3-ACBC-44DD-B7B3-1A1F850D727B}" presName="Accent" presStyleLbl="bgShp" presStyleIdx="0" presStyleCnt="6"/>
      <dgm:spPr/>
    </dgm:pt>
    <dgm:pt modelId="{F0892737-3881-4863-950C-F1E22F8A1F74}" type="pres">
      <dgm:prSet presAssocID="{0C757EE3-ACBC-44DD-B7B3-1A1F850D727B}" presName="Child1" presStyleLbl="node1" presStyleIdx="0" presStyleCnt="6">
        <dgm:presLayoutVars>
          <dgm:chMax val="0"/>
          <dgm:chPref val="0"/>
          <dgm:bulletEnabled val="1"/>
        </dgm:presLayoutVars>
      </dgm:prSet>
      <dgm:spPr/>
    </dgm:pt>
    <dgm:pt modelId="{39194328-0AE3-4ACD-AFA1-EF039F17DE3E}" type="pres">
      <dgm:prSet presAssocID="{F4A83B6F-21BD-4179-AEEE-B8E402F221AA}" presName="Accent2" presStyleCnt="0"/>
      <dgm:spPr/>
    </dgm:pt>
    <dgm:pt modelId="{9B187FCD-E58A-4D29-8E1B-880FCC3B5F22}" type="pres">
      <dgm:prSet presAssocID="{F4A83B6F-21BD-4179-AEEE-B8E402F221AA}" presName="Accent" presStyleLbl="bgShp" presStyleIdx="1" presStyleCnt="6"/>
      <dgm:spPr>
        <a:solidFill>
          <a:srgbClr val="005288"/>
        </a:solidFill>
      </dgm:spPr>
    </dgm:pt>
    <dgm:pt modelId="{C6387763-02BA-4CA8-B4D3-3FE56714237B}" type="pres">
      <dgm:prSet presAssocID="{F4A83B6F-21BD-4179-AEEE-B8E402F221AA}" presName="Child2" presStyleLbl="node1" presStyleIdx="1" presStyleCnt="6">
        <dgm:presLayoutVars>
          <dgm:chMax val="0"/>
          <dgm:chPref val="0"/>
          <dgm:bulletEnabled val="1"/>
        </dgm:presLayoutVars>
      </dgm:prSet>
      <dgm:spPr/>
    </dgm:pt>
    <dgm:pt modelId="{836E9550-5FD7-4056-8BF8-3397903803D6}" type="pres">
      <dgm:prSet presAssocID="{6231AAE3-09DF-495D-83BD-EC92B9C80B0C}" presName="Accent3" presStyleCnt="0"/>
      <dgm:spPr/>
    </dgm:pt>
    <dgm:pt modelId="{13E077B6-7788-4B71-A061-68F65B9B64EE}" type="pres">
      <dgm:prSet presAssocID="{6231AAE3-09DF-495D-83BD-EC92B9C80B0C}" presName="Accent" presStyleLbl="bgShp" presStyleIdx="2" presStyleCnt="6"/>
      <dgm:spPr>
        <a:solidFill>
          <a:srgbClr val="005288"/>
        </a:solidFill>
      </dgm:spPr>
    </dgm:pt>
    <dgm:pt modelId="{940AC5C0-A674-4A36-9EB8-B5B49BC53346}" type="pres">
      <dgm:prSet presAssocID="{6231AAE3-09DF-495D-83BD-EC92B9C80B0C}" presName="Child3" presStyleLbl="node1" presStyleIdx="2" presStyleCnt="6">
        <dgm:presLayoutVars>
          <dgm:chMax val="0"/>
          <dgm:chPref val="0"/>
          <dgm:bulletEnabled val="1"/>
        </dgm:presLayoutVars>
      </dgm:prSet>
      <dgm:spPr/>
    </dgm:pt>
    <dgm:pt modelId="{28C9F9B1-61FF-41E6-B351-0E7290BBA06A}" type="pres">
      <dgm:prSet presAssocID="{EE1C4289-D34C-481C-865A-13055ADF15C8}" presName="Accent4" presStyleCnt="0"/>
      <dgm:spPr/>
    </dgm:pt>
    <dgm:pt modelId="{4AF7AB8F-96E4-42D7-BF9C-EFD03B6A175E}" type="pres">
      <dgm:prSet presAssocID="{EE1C4289-D34C-481C-865A-13055ADF15C8}" presName="Accent" presStyleLbl="bgShp" presStyleIdx="3" presStyleCnt="6"/>
      <dgm:spPr>
        <a:solidFill>
          <a:srgbClr val="005288"/>
        </a:solidFill>
      </dgm:spPr>
    </dgm:pt>
    <dgm:pt modelId="{C87A4300-2847-44C7-86B3-A1F61C7F7FDA}" type="pres">
      <dgm:prSet presAssocID="{EE1C4289-D34C-481C-865A-13055ADF15C8}" presName="Child4" presStyleLbl="node1" presStyleIdx="3" presStyleCnt="6">
        <dgm:presLayoutVars>
          <dgm:chMax val="0"/>
          <dgm:chPref val="0"/>
          <dgm:bulletEnabled val="1"/>
        </dgm:presLayoutVars>
      </dgm:prSet>
      <dgm:spPr/>
    </dgm:pt>
    <dgm:pt modelId="{A03FE0F7-1FC5-44DF-90BA-03F65E7338D1}" type="pres">
      <dgm:prSet presAssocID="{783080F6-BA4E-496E-9172-792F11984762}" presName="Accent5" presStyleCnt="0"/>
      <dgm:spPr/>
    </dgm:pt>
    <dgm:pt modelId="{98BD5BAF-8864-4EA6-924F-BFA39275E538}" type="pres">
      <dgm:prSet presAssocID="{783080F6-BA4E-496E-9172-792F11984762}" presName="Accent" presStyleLbl="bgShp" presStyleIdx="4" presStyleCnt="6"/>
      <dgm:spPr>
        <a:solidFill>
          <a:srgbClr val="005288"/>
        </a:solidFill>
      </dgm:spPr>
    </dgm:pt>
    <dgm:pt modelId="{825884F5-C036-4A96-A142-C241B5082590}" type="pres">
      <dgm:prSet presAssocID="{783080F6-BA4E-496E-9172-792F11984762}" presName="Child5" presStyleLbl="node1" presStyleIdx="4" presStyleCnt="6">
        <dgm:presLayoutVars>
          <dgm:chMax val="0"/>
          <dgm:chPref val="0"/>
          <dgm:bulletEnabled val="1"/>
        </dgm:presLayoutVars>
      </dgm:prSet>
      <dgm:spPr/>
    </dgm:pt>
    <dgm:pt modelId="{D4A0888C-1DA1-437F-9AEC-317302437332}" type="pres">
      <dgm:prSet presAssocID="{E58E774A-D74E-4527-8074-25B4CA685180}" presName="Accent6" presStyleCnt="0"/>
      <dgm:spPr/>
    </dgm:pt>
    <dgm:pt modelId="{A1B57067-1D0C-4479-B3AC-CDC1473963CE}" type="pres">
      <dgm:prSet presAssocID="{E58E774A-D74E-4527-8074-25B4CA685180}" presName="Accent" presStyleLbl="bgShp" presStyleIdx="5" presStyleCnt="6"/>
      <dgm:spPr>
        <a:solidFill>
          <a:srgbClr val="005288"/>
        </a:solidFill>
      </dgm:spPr>
    </dgm:pt>
    <dgm:pt modelId="{68FB4BD0-D246-48C1-B786-901112C11406}" type="pres">
      <dgm:prSet presAssocID="{E58E774A-D74E-4527-8074-25B4CA685180}" presName="Child6" presStyleLbl="node1" presStyleIdx="5" presStyleCnt="6">
        <dgm:presLayoutVars>
          <dgm:chMax val="0"/>
          <dgm:chPref val="0"/>
          <dgm:bulletEnabled val="1"/>
        </dgm:presLayoutVars>
      </dgm:prSet>
      <dgm:spPr/>
    </dgm:pt>
  </dgm:ptLst>
  <dgm:cxnLst>
    <dgm:cxn modelId="{ECFA2125-EAAF-401B-97CF-192D5C746745}" type="presOf" srcId="{B29A67B8-6D57-476C-9E11-AEA46617E700}" destId="{C45C07EE-DA1D-4046-B997-DDB3830E93EE}" srcOrd="0" destOrd="0" presId="urn:microsoft.com/office/officeart/2011/layout/HexagonRadial"/>
    <dgm:cxn modelId="{BBB94633-85C6-4293-B453-90FCE274CC34}" type="presOf" srcId="{5AE86017-0CD9-46B6-B005-C26809EFEED6}" destId="{9ACED5A1-1017-45E3-B123-3E5812B57366}" srcOrd="0" destOrd="0" presId="urn:microsoft.com/office/officeart/2011/layout/HexagonRadial"/>
    <dgm:cxn modelId="{C9A5475F-AD33-4851-BEB8-55E5294676C0}" srcId="{B29A67B8-6D57-476C-9E11-AEA46617E700}" destId="{783080F6-BA4E-496E-9172-792F11984762}" srcOrd="4" destOrd="0" parTransId="{87270A1E-9116-412D-80FE-2B6C8D7CCB20}" sibTransId="{2F64086C-9996-4B68-B6ED-83323C0B3E79}"/>
    <dgm:cxn modelId="{16296647-E9BE-47FB-8277-F095EADF9B07}" type="presOf" srcId="{E58E774A-D74E-4527-8074-25B4CA685180}" destId="{68FB4BD0-D246-48C1-B786-901112C11406}" srcOrd="0" destOrd="0" presId="urn:microsoft.com/office/officeart/2011/layout/HexagonRadial"/>
    <dgm:cxn modelId="{6B92E767-3315-408F-A6C1-B353484FCEF6}" type="presOf" srcId="{0C757EE3-ACBC-44DD-B7B3-1A1F850D727B}" destId="{F0892737-3881-4863-950C-F1E22F8A1F74}" srcOrd="0" destOrd="0" presId="urn:microsoft.com/office/officeart/2011/layout/HexagonRadial"/>
    <dgm:cxn modelId="{82806F48-87DB-4112-87DD-427F9C6ACB30}" srcId="{B29A67B8-6D57-476C-9E11-AEA46617E700}" destId="{0C757EE3-ACBC-44DD-B7B3-1A1F850D727B}" srcOrd="0" destOrd="0" parTransId="{EABA1AD2-1D1F-4960-8A31-DFE81EE26E1D}" sibTransId="{21EB9F22-0781-40BB-B181-2D0B5512E066}"/>
    <dgm:cxn modelId="{67F8DE80-2697-4A54-96C7-24EA647C2E5F}" srcId="{5AE86017-0CD9-46B6-B005-C26809EFEED6}" destId="{B29A67B8-6D57-476C-9E11-AEA46617E700}" srcOrd="0" destOrd="0" parTransId="{8C49E19F-3E8E-4BF4-BF17-ADE905FDFD94}" sibTransId="{7DD10EDA-B4AC-42D7-A8F5-D644EFD1F41D}"/>
    <dgm:cxn modelId="{967EBD86-704D-4158-9BB2-B0C782360000}" srcId="{B29A67B8-6D57-476C-9E11-AEA46617E700}" destId="{EE1C4289-D34C-481C-865A-13055ADF15C8}" srcOrd="3" destOrd="0" parTransId="{7633CC10-2CFE-42CA-A3B1-3B68CAFD0061}" sibTransId="{18031D3C-F01F-4154-8241-486338A007BD}"/>
    <dgm:cxn modelId="{5C54689B-9FDF-48AA-9A7F-A312808654BC}" type="presOf" srcId="{F4A83B6F-21BD-4179-AEEE-B8E402F221AA}" destId="{C6387763-02BA-4CA8-B4D3-3FE56714237B}" srcOrd="0" destOrd="0" presId="urn:microsoft.com/office/officeart/2011/layout/HexagonRadial"/>
    <dgm:cxn modelId="{CED2599D-F4F1-4CF8-BCFC-7BD6181F42D3}" srcId="{B29A67B8-6D57-476C-9E11-AEA46617E700}" destId="{F4A83B6F-21BD-4179-AEEE-B8E402F221AA}" srcOrd="1" destOrd="0" parTransId="{10FE7417-201C-4675-95C9-6EC30DEE1AE3}" sibTransId="{10219B3B-62FB-44B1-8B8F-1E25968EB547}"/>
    <dgm:cxn modelId="{220B68A1-4549-43C8-94C4-B129E92DD29C}" type="presOf" srcId="{6231AAE3-09DF-495D-83BD-EC92B9C80B0C}" destId="{940AC5C0-A674-4A36-9EB8-B5B49BC53346}" srcOrd="0" destOrd="0" presId="urn:microsoft.com/office/officeart/2011/layout/HexagonRadial"/>
    <dgm:cxn modelId="{72931AC4-BA08-4F72-854A-A84701045DFB}" type="presOf" srcId="{EE1C4289-D34C-481C-865A-13055ADF15C8}" destId="{C87A4300-2847-44C7-86B3-A1F61C7F7FDA}" srcOrd="0" destOrd="0" presId="urn:microsoft.com/office/officeart/2011/layout/HexagonRadial"/>
    <dgm:cxn modelId="{FC1DF8CD-E0E4-493A-80B0-9E2E10CC8848}" type="presOf" srcId="{783080F6-BA4E-496E-9172-792F11984762}" destId="{825884F5-C036-4A96-A142-C241B5082590}" srcOrd="0" destOrd="0" presId="urn:microsoft.com/office/officeart/2011/layout/HexagonRadial"/>
    <dgm:cxn modelId="{D3B95FDC-FB97-4FFD-8EC8-FBA9E77DB9CA}" srcId="{B29A67B8-6D57-476C-9E11-AEA46617E700}" destId="{E58E774A-D74E-4527-8074-25B4CA685180}" srcOrd="5" destOrd="0" parTransId="{C3EA0A74-F438-42CA-A06A-08C3AC24B202}" sibTransId="{319C0011-E405-4ECA-8D90-5D861A394BDE}"/>
    <dgm:cxn modelId="{B0ABFAF4-4AA6-4CCE-8B8A-DDB91B3D6D69}" srcId="{5AE86017-0CD9-46B6-B005-C26809EFEED6}" destId="{44369B5C-4EFD-4C7E-BEB2-FC718897C6F5}" srcOrd="1" destOrd="0" parTransId="{A4FACD1F-C047-4BC2-ABF3-4D5136E3A431}" sibTransId="{3A9895AC-B848-4FEB-BADD-0BFF56625F1D}"/>
    <dgm:cxn modelId="{33DB45FA-4CA1-4034-9887-5303AB424545}" srcId="{B29A67B8-6D57-476C-9E11-AEA46617E700}" destId="{6231AAE3-09DF-495D-83BD-EC92B9C80B0C}" srcOrd="2" destOrd="0" parTransId="{CDD3FB08-7B7F-452F-952D-29F4314FC59D}" sibTransId="{C73BAFC6-6A86-4DEC-8AF2-16A16C302D9C}"/>
    <dgm:cxn modelId="{B649767F-607D-43EE-96E6-C43F13CB7B11}" type="presParOf" srcId="{9ACED5A1-1017-45E3-B123-3E5812B57366}" destId="{C45C07EE-DA1D-4046-B997-DDB3830E93EE}" srcOrd="0" destOrd="0" presId="urn:microsoft.com/office/officeart/2011/layout/HexagonRadial"/>
    <dgm:cxn modelId="{02D689B3-457D-4761-A5EA-6C052DCF61CC}" type="presParOf" srcId="{9ACED5A1-1017-45E3-B123-3E5812B57366}" destId="{B5B33764-BDF7-4E58-80BD-3905F4AE8B9F}" srcOrd="1" destOrd="0" presId="urn:microsoft.com/office/officeart/2011/layout/HexagonRadial"/>
    <dgm:cxn modelId="{B966B4E2-F9B7-4C5D-98FA-C20F82DF6B97}" type="presParOf" srcId="{B5B33764-BDF7-4E58-80BD-3905F4AE8B9F}" destId="{C922C1E1-4BF5-4B5F-AA0C-F8B0B18F6FED}" srcOrd="0" destOrd="0" presId="urn:microsoft.com/office/officeart/2011/layout/HexagonRadial"/>
    <dgm:cxn modelId="{704EC9CA-4E3F-4DDA-8ACB-569C7ACBAD26}" type="presParOf" srcId="{9ACED5A1-1017-45E3-B123-3E5812B57366}" destId="{F0892737-3881-4863-950C-F1E22F8A1F74}" srcOrd="2" destOrd="0" presId="urn:microsoft.com/office/officeart/2011/layout/HexagonRadial"/>
    <dgm:cxn modelId="{5586B2D8-A253-4D13-ACFF-694A266BE267}" type="presParOf" srcId="{9ACED5A1-1017-45E3-B123-3E5812B57366}" destId="{39194328-0AE3-4ACD-AFA1-EF039F17DE3E}" srcOrd="3" destOrd="0" presId="urn:microsoft.com/office/officeart/2011/layout/HexagonRadial"/>
    <dgm:cxn modelId="{55F7CB3F-7CE9-46EC-AB36-B4AC03BB3664}" type="presParOf" srcId="{39194328-0AE3-4ACD-AFA1-EF039F17DE3E}" destId="{9B187FCD-E58A-4D29-8E1B-880FCC3B5F22}" srcOrd="0" destOrd="0" presId="urn:microsoft.com/office/officeart/2011/layout/HexagonRadial"/>
    <dgm:cxn modelId="{9AEE23FE-6388-4165-9AE8-582E853D7745}" type="presParOf" srcId="{9ACED5A1-1017-45E3-B123-3E5812B57366}" destId="{C6387763-02BA-4CA8-B4D3-3FE56714237B}" srcOrd="4" destOrd="0" presId="urn:microsoft.com/office/officeart/2011/layout/HexagonRadial"/>
    <dgm:cxn modelId="{71E1FA9C-E644-41EC-A6C6-6E5FB467CF61}" type="presParOf" srcId="{9ACED5A1-1017-45E3-B123-3E5812B57366}" destId="{836E9550-5FD7-4056-8BF8-3397903803D6}" srcOrd="5" destOrd="0" presId="urn:microsoft.com/office/officeart/2011/layout/HexagonRadial"/>
    <dgm:cxn modelId="{CBF24A5B-D28B-484C-8BBC-FABC396465D4}" type="presParOf" srcId="{836E9550-5FD7-4056-8BF8-3397903803D6}" destId="{13E077B6-7788-4B71-A061-68F65B9B64EE}" srcOrd="0" destOrd="0" presId="urn:microsoft.com/office/officeart/2011/layout/HexagonRadial"/>
    <dgm:cxn modelId="{FB400684-30D9-44BB-A33E-12441B80A6AA}" type="presParOf" srcId="{9ACED5A1-1017-45E3-B123-3E5812B57366}" destId="{940AC5C0-A674-4A36-9EB8-B5B49BC53346}" srcOrd="6" destOrd="0" presId="urn:microsoft.com/office/officeart/2011/layout/HexagonRadial"/>
    <dgm:cxn modelId="{4BE299A7-3564-4BCE-BF48-217D08748679}" type="presParOf" srcId="{9ACED5A1-1017-45E3-B123-3E5812B57366}" destId="{28C9F9B1-61FF-41E6-B351-0E7290BBA06A}" srcOrd="7" destOrd="0" presId="urn:microsoft.com/office/officeart/2011/layout/HexagonRadial"/>
    <dgm:cxn modelId="{8F8854EB-FC49-4D3C-B9FD-62E719D6C8AD}" type="presParOf" srcId="{28C9F9B1-61FF-41E6-B351-0E7290BBA06A}" destId="{4AF7AB8F-96E4-42D7-BF9C-EFD03B6A175E}" srcOrd="0" destOrd="0" presId="urn:microsoft.com/office/officeart/2011/layout/HexagonRadial"/>
    <dgm:cxn modelId="{CE0DFC2C-9BA2-43B6-842A-7258469E6A77}" type="presParOf" srcId="{9ACED5A1-1017-45E3-B123-3E5812B57366}" destId="{C87A4300-2847-44C7-86B3-A1F61C7F7FDA}" srcOrd="8" destOrd="0" presId="urn:microsoft.com/office/officeart/2011/layout/HexagonRadial"/>
    <dgm:cxn modelId="{A53E97EF-5F1B-41D1-9F5B-A9FFFDB9EF3D}" type="presParOf" srcId="{9ACED5A1-1017-45E3-B123-3E5812B57366}" destId="{A03FE0F7-1FC5-44DF-90BA-03F65E7338D1}" srcOrd="9" destOrd="0" presId="urn:microsoft.com/office/officeart/2011/layout/HexagonRadial"/>
    <dgm:cxn modelId="{3F071DD1-1721-45A5-8B65-8196DB2753ED}" type="presParOf" srcId="{A03FE0F7-1FC5-44DF-90BA-03F65E7338D1}" destId="{98BD5BAF-8864-4EA6-924F-BFA39275E538}" srcOrd="0" destOrd="0" presId="urn:microsoft.com/office/officeart/2011/layout/HexagonRadial"/>
    <dgm:cxn modelId="{DA16933D-13E8-4D71-8C61-69D4E10F96AE}" type="presParOf" srcId="{9ACED5A1-1017-45E3-B123-3E5812B57366}" destId="{825884F5-C036-4A96-A142-C241B5082590}" srcOrd="10" destOrd="0" presId="urn:microsoft.com/office/officeart/2011/layout/HexagonRadial"/>
    <dgm:cxn modelId="{04BC206D-ADFD-43B0-A1DE-43A6DD27DC51}" type="presParOf" srcId="{9ACED5A1-1017-45E3-B123-3E5812B57366}" destId="{D4A0888C-1DA1-437F-9AEC-317302437332}" srcOrd="11" destOrd="0" presId="urn:microsoft.com/office/officeart/2011/layout/HexagonRadial"/>
    <dgm:cxn modelId="{60E9EE79-964A-4C7D-B137-74F35B367CB0}" type="presParOf" srcId="{D4A0888C-1DA1-437F-9AEC-317302437332}" destId="{A1B57067-1D0C-4479-B3AC-CDC1473963CE}" srcOrd="0" destOrd="0" presId="urn:microsoft.com/office/officeart/2011/layout/HexagonRadial"/>
    <dgm:cxn modelId="{C14A0D13-60C9-4542-B55A-42D174EA8BD8}" type="presParOf" srcId="{9ACED5A1-1017-45E3-B123-3E5812B57366}" destId="{68FB4BD0-D246-48C1-B786-901112C11406}" srcOrd="12"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104CD10-1479-43E5-BF29-BB5D3A7D03AA}"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180AF2A4-A0E6-4DA4-9228-DA19FDB93232}">
      <dgm:prSet/>
      <dgm:spPr>
        <a:solidFill>
          <a:srgbClr val="005288"/>
        </a:solidFill>
      </dgm:spPr>
      <dgm:t>
        <a:bodyPr/>
        <a:lstStyle/>
        <a:p>
          <a:r>
            <a:rPr lang="en-US" dirty="0"/>
            <a:t>Web Framework .NET CORE</a:t>
          </a:r>
        </a:p>
      </dgm:t>
    </dgm:pt>
    <dgm:pt modelId="{53BF6EBB-7362-4E35-BB55-F1E3697AD572}" type="parTrans" cxnId="{736CA719-8D75-4B09-9FAB-983522C1B0FA}">
      <dgm:prSet/>
      <dgm:spPr/>
      <dgm:t>
        <a:bodyPr/>
        <a:lstStyle/>
        <a:p>
          <a:endParaRPr lang="en-US"/>
        </a:p>
      </dgm:t>
    </dgm:pt>
    <dgm:pt modelId="{6565695E-4F6B-475B-85F3-0CE7AC3B595C}" type="sibTrans" cxnId="{736CA719-8D75-4B09-9FAB-983522C1B0FA}">
      <dgm:prSet/>
      <dgm:spPr>
        <a:solidFill>
          <a:srgbClr val="005288"/>
        </a:solidFill>
      </dgm:spPr>
      <dgm:t>
        <a:bodyPr/>
        <a:lstStyle/>
        <a:p>
          <a:endParaRPr lang="en-US" dirty="0"/>
        </a:p>
      </dgm:t>
    </dgm:pt>
    <dgm:pt modelId="{324E4F0F-2B18-4B1A-AD72-D868D51AC734}">
      <dgm:prSet/>
      <dgm:spPr>
        <a:solidFill>
          <a:srgbClr val="005288"/>
        </a:solidFill>
      </dgm:spPr>
      <dgm:t>
        <a:bodyPr/>
        <a:lstStyle/>
        <a:p>
          <a:r>
            <a:rPr lang="en-US" dirty="0"/>
            <a:t>Programming Language .NET, C#</a:t>
          </a:r>
        </a:p>
      </dgm:t>
    </dgm:pt>
    <dgm:pt modelId="{9B4B049E-B612-4ED8-AE72-898762DCEB53}" type="parTrans" cxnId="{6F6CCE68-6CC3-4416-9589-FE90FA6B0C65}">
      <dgm:prSet/>
      <dgm:spPr/>
      <dgm:t>
        <a:bodyPr/>
        <a:lstStyle/>
        <a:p>
          <a:endParaRPr lang="en-US"/>
        </a:p>
      </dgm:t>
    </dgm:pt>
    <dgm:pt modelId="{ACFB3BD1-0EC8-477B-AA5A-AA4B5788059F}" type="sibTrans" cxnId="{6F6CCE68-6CC3-4416-9589-FE90FA6B0C65}">
      <dgm:prSet/>
      <dgm:spPr>
        <a:solidFill>
          <a:srgbClr val="005288"/>
        </a:solidFill>
      </dgm:spPr>
      <dgm:t>
        <a:bodyPr/>
        <a:lstStyle/>
        <a:p>
          <a:endParaRPr lang="en-US" dirty="0"/>
        </a:p>
      </dgm:t>
    </dgm:pt>
    <dgm:pt modelId="{082C9A00-F8F3-4CB7-B5DC-E22C04184A45}">
      <dgm:prSet/>
      <dgm:spPr>
        <a:solidFill>
          <a:srgbClr val="005288"/>
        </a:solidFill>
      </dgm:spPr>
      <dgm:t>
        <a:bodyPr/>
        <a:lstStyle/>
        <a:p>
          <a:r>
            <a:rPr lang="en-US" dirty="0"/>
            <a:t>Database MicrosoftSQL</a:t>
          </a:r>
        </a:p>
      </dgm:t>
    </dgm:pt>
    <dgm:pt modelId="{D0C9B406-BEC8-4448-AA21-2E517A81C4AF}" type="parTrans" cxnId="{856AA231-A574-41A5-A9CF-AB68750AE9DB}">
      <dgm:prSet/>
      <dgm:spPr/>
      <dgm:t>
        <a:bodyPr/>
        <a:lstStyle/>
        <a:p>
          <a:endParaRPr lang="en-US"/>
        </a:p>
      </dgm:t>
    </dgm:pt>
    <dgm:pt modelId="{3CD24F51-0330-404B-BC57-1216A4720130}" type="sibTrans" cxnId="{856AA231-A574-41A5-A9CF-AB68750AE9DB}">
      <dgm:prSet/>
      <dgm:spPr>
        <a:solidFill>
          <a:srgbClr val="005288"/>
        </a:solidFill>
      </dgm:spPr>
      <dgm:t>
        <a:bodyPr/>
        <a:lstStyle/>
        <a:p>
          <a:endParaRPr lang="en-US" dirty="0"/>
        </a:p>
      </dgm:t>
    </dgm:pt>
    <dgm:pt modelId="{0EBD946A-F3EF-4706-BBA0-740F076D67FF}">
      <dgm:prSet/>
      <dgm:spPr>
        <a:solidFill>
          <a:srgbClr val="005288"/>
        </a:solidFill>
      </dgm:spPr>
      <dgm:t>
        <a:bodyPr/>
        <a:lstStyle/>
        <a:p>
          <a:r>
            <a:rPr lang="en-US" dirty="0"/>
            <a:t>Internet Information Services Webserver</a:t>
          </a:r>
        </a:p>
      </dgm:t>
    </dgm:pt>
    <dgm:pt modelId="{C4F77846-9EF7-4668-88ED-4D091087605D}" type="parTrans" cxnId="{92508E62-BD93-411A-ABCB-2FF02B7497DF}">
      <dgm:prSet/>
      <dgm:spPr/>
      <dgm:t>
        <a:bodyPr/>
        <a:lstStyle/>
        <a:p>
          <a:endParaRPr lang="en-US"/>
        </a:p>
      </dgm:t>
    </dgm:pt>
    <dgm:pt modelId="{1AEBAFA1-3692-4D87-B0CC-CF98911A81AA}" type="sibTrans" cxnId="{92508E62-BD93-411A-ABCB-2FF02B7497DF}">
      <dgm:prSet/>
      <dgm:spPr>
        <a:solidFill>
          <a:srgbClr val="005288"/>
        </a:solidFill>
      </dgm:spPr>
      <dgm:t>
        <a:bodyPr/>
        <a:lstStyle/>
        <a:p>
          <a:endParaRPr lang="en-US" dirty="0"/>
        </a:p>
      </dgm:t>
    </dgm:pt>
    <dgm:pt modelId="{A942C169-FC8A-4B9D-B5D2-EC4E6497D455}">
      <dgm:prSet/>
      <dgm:spPr>
        <a:solidFill>
          <a:srgbClr val="005288"/>
        </a:solidFill>
      </dgm:spPr>
      <dgm:t>
        <a:bodyPr/>
        <a:lstStyle/>
        <a:p>
          <a:r>
            <a:rPr lang="en-US" dirty="0"/>
            <a:t>Operating System Windows Server</a:t>
          </a:r>
        </a:p>
      </dgm:t>
    </dgm:pt>
    <dgm:pt modelId="{5DCE93EB-7384-47BC-AB02-0EDD73F6BBDF}" type="parTrans" cxnId="{D7788821-D8A0-43DB-AAAD-18DEB7A1043F}">
      <dgm:prSet/>
      <dgm:spPr/>
      <dgm:t>
        <a:bodyPr/>
        <a:lstStyle/>
        <a:p>
          <a:endParaRPr lang="en-US"/>
        </a:p>
      </dgm:t>
    </dgm:pt>
    <dgm:pt modelId="{C297CAAF-A805-4C58-8294-D1DC694ECCD0}" type="sibTrans" cxnId="{D7788821-D8A0-43DB-AAAD-18DEB7A1043F}">
      <dgm:prSet/>
      <dgm:spPr>
        <a:solidFill>
          <a:srgbClr val="005288"/>
        </a:solidFill>
      </dgm:spPr>
      <dgm:t>
        <a:bodyPr/>
        <a:lstStyle/>
        <a:p>
          <a:endParaRPr lang="en-US" dirty="0"/>
        </a:p>
      </dgm:t>
    </dgm:pt>
    <dgm:pt modelId="{6D7AAE36-4D11-4E07-AD07-A37F2AF59127}">
      <dgm:prSet/>
      <dgm:spPr>
        <a:solidFill>
          <a:srgbClr val="005288"/>
        </a:solidFill>
      </dgm:spPr>
      <dgm:t>
        <a:bodyPr/>
        <a:lstStyle/>
        <a:p>
          <a:r>
            <a:rPr lang="en-US" dirty="0"/>
            <a:t>Server DC1/Azure</a:t>
          </a:r>
        </a:p>
      </dgm:t>
    </dgm:pt>
    <dgm:pt modelId="{3DE80007-3132-40AC-A66B-8525E05CDC80}" type="parTrans" cxnId="{1C54A27E-8FE0-4EC7-B2D6-C18B86BC50A6}">
      <dgm:prSet/>
      <dgm:spPr/>
      <dgm:t>
        <a:bodyPr/>
        <a:lstStyle/>
        <a:p>
          <a:endParaRPr lang="en-US"/>
        </a:p>
      </dgm:t>
    </dgm:pt>
    <dgm:pt modelId="{09ACA227-1417-41DE-A9BF-94BB5AB04FA6}" type="sibTrans" cxnId="{1C54A27E-8FE0-4EC7-B2D6-C18B86BC50A6}">
      <dgm:prSet/>
      <dgm:spPr/>
      <dgm:t>
        <a:bodyPr/>
        <a:lstStyle/>
        <a:p>
          <a:endParaRPr lang="en-US"/>
        </a:p>
      </dgm:t>
    </dgm:pt>
    <dgm:pt modelId="{07244CBE-0ADD-4014-B45A-3000E83DC98B}" type="pres">
      <dgm:prSet presAssocID="{7104CD10-1479-43E5-BF29-BB5D3A7D03AA}" presName="linearFlow" presStyleCnt="0">
        <dgm:presLayoutVars>
          <dgm:resizeHandles val="exact"/>
        </dgm:presLayoutVars>
      </dgm:prSet>
      <dgm:spPr/>
    </dgm:pt>
    <dgm:pt modelId="{05ABACAC-6612-4AE0-A2BB-9B58D8703D01}" type="pres">
      <dgm:prSet presAssocID="{180AF2A4-A0E6-4DA4-9228-DA19FDB93232}" presName="node" presStyleLbl="node1" presStyleIdx="0" presStyleCnt="6">
        <dgm:presLayoutVars>
          <dgm:bulletEnabled val="1"/>
        </dgm:presLayoutVars>
      </dgm:prSet>
      <dgm:spPr/>
    </dgm:pt>
    <dgm:pt modelId="{A14C3C7F-7CEF-4B00-B1F3-1564A7E78F71}" type="pres">
      <dgm:prSet presAssocID="{6565695E-4F6B-475B-85F3-0CE7AC3B595C}" presName="sibTrans" presStyleLbl="sibTrans2D1" presStyleIdx="0" presStyleCnt="5"/>
      <dgm:spPr/>
    </dgm:pt>
    <dgm:pt modelId="{E28B5431-E7DE-41E4-BF5D-F4D383D4A0EF}" type="pres">
      <dgm:prSet presAssocID="{6565695E-4F6B-475B-85F3-0CE7AC3B595C}" presName="connectorText" presStyleLbl="sibTrans2D1" presStyleIdx="0" presStyleCnt="5"/>
      <dgm:spPr/>
    </dgm:pt>
    <dgm:pt modelId="{4C6FAC7A-9CCF-4D3B-854B-A6B3B4289304}" type="pres">
      <dgm:prSet presAssocID="{324E4F0F-2B18-4B1A-AD72-D868D51AC734}" presName="node" presStyleLbl="node1" presStyleIdx="1" presStyleCnt="6">
        <dgm:presLayoutVars>
          <dgm:bulletEnabled val="1"/>
        </dgm:presLayoutVars>
      </dgm:prSet>
      <dgm:spPr/>
    </dgm:pt>
    <dgm:pt modelId="{9E1239A4-AA5A-4657-AB7B-26D12EC9A4CA}" type="pres">
      <dgm:prSet presAssocID="{ACFB3BD1-0EC8-477B-AA5A-AA4B5788059F}" presName="sibTrans" presStyleLbl="sibTrans2D1" presStyleIdx="1" presStyleCnt="5"/>
      <dgm:spPr/>
    </dgm:pt>
    <dgm:pt modelId="{0B64EBCD-859A-41A4-99BC-2DAED4845FDC}" type="pres">
      <dgm:prSet presAssocID="{ACFB3BD1-0EC8-477B-AA5A-AA4B5788059F}" presName="connectorText" presStyleLbl="sibTrans2D1" presStyleIdx="1" presStyleCnt="5"/>
      <dgm:spPr/>
    </dgm:pt>
    <dgm:pt modelId="{26CBD829-447E-48B5-BBBB-690537328E21}" type="pres">
      <dgm:prSet presAssocID="{082C9A00-F8F3-4CB7-B5DC-E22C04184A45}" presName="node" presStyleLbl="node1" presStyleIdx="2" presStyleCnt="6">
        <dgm:presLayoutVars>
          <dgm:bulletEnabled val="1"/>
        </dgm:presLayoutVars>
      </dgm:prSet>
      <dgm:spPr/>
    </dgm:pt>
    <dgm:pt modelId="{6716D68B-D861-4141-89CA-DBA6503C9596}" type="pres">
      <dgm:prSet presAssocID="{3CD24F51-0330-404B-BC57-1216A4720130}" presName="sibTrans" presStyleLbl="sibTrans2D1" presStyleIdx="2" presStyleCnt="5"/>
      <dgm:spPr/>
    </dgm:pt>
    <dgm:pt modelId="{1D2FAFAA-F3C5-4BCA-B9F2-7303783DF69D}" type="pres">
      <dgm:prSet presAssocID="{3CD24F51-0330-404B-BC57-1216A4720130}" presName="connectorText" presStyleLbl="sibTrans2D1" presStyleIdx="2" presStyleCnt="5"/>
      <dgm:spPr/>
    </dgm:pt>
    <dgm:pt modelId="{69E93912-478F-4AE0-88BF-74A4294B76E9}" type="pres">
      <dgm:prSet presAssocID="{0EBD946A-F3EF-4706-BBA0-740F076D67FF}" presName="node" presStyleLbl="node1" presStyleIdx="3" presStyleCnt="6">
        <dgm:presLayoutVars>
          <dgm:bulletEnabled val="1"/>
        </dgm:presLayoutVars>
      </dgm:prSet>
      <dgm:spPr/>
    </dgm:pt>
    <dgm:pt modelId="{F77786A5-4CC8-4EF1-9DE5-F02F1824E9BC}" type="pres">
      <dgm:prSet presAssocID="{1AEBAFA1-3692-4D87-B0CC-CF98911A81AA}" presName="sibTrans" presStyleLbl="sibTrans2D1" presStyleIdx="3" presStyleCnt="5"/>
      <dgm:spPr/>
    </dgm:pt>
    <dgm:pt modelId="{B57D32D2-2C70-450B-8529-0DC19B9735B6}" type="pres">
      <dgm:prSet presAssocID="{1AEBAFA1-3692-4D87-B0CC-CF98911A81AA}" presName="connectorText" presStyleLbl="sibTrans2D1" presStyleIdx="3" presStyleCnt="5"/>
      <dgm:spPr/>
    </dgm:pt>
    <dgm:pt modelId="{5B9068A9-2166-447A-A6CA-D05E378B6185}" type="pres">
      <dgm:prSet presAssocID="{A942C169-FC8A-4B9D-B5D2-EC4E6497D455}" presName="node" presStyleLbl="node1" presStyleIdx="4" presStyleCnt="6">
        <dgm:presLayoutVars>
          <dgm:bulletEnabled val="1"/>
        </dgm:presLayoutVars>
      </dgm:prSet>
      <dgm:spPr/>
    </dgm:pt>
    <dgm:pt modelId="{03200B59-9192-4BC5-B8A7-1482AC19134D}" type="pres">
      <dgm:prSet presAssocID="{C297CAAF-A805-4C58-8294-D1DC694ECCD0}" presName="sibTrans" presStyleLbl="sibTrans2D1" presStyleIdx="4" presStyleCnt="5"/>
      <dgm:spPr/>
    </dgm:pt>
    <dgm:pt modelId="{F5E3C230-2D52-4652-AC77-2D97E1E6FDE6}" type="pres">
      <dgm:prSet presAssocID="{C297CAAF-A805-4C58-8294-D1DC694ECCD0}" presName="connectorText" presStyleLbl="sibTrans2D1" presStyleIdx="4" presStyleCnt="5"/>
      <dgm:spPr/>
    </dgm:pt>
    <dgm:pt modelId="{1035021B-B299-4D9E-88B2-2E7FB418D442}" type="pres">
      <dgm:prSet presAssocID="{6D7AAE36-4D11-4E07-AD07-A37F2AF59127}" presName="node" presStyleLbl="node1" presStyleIdx="5" presStyleCnt="6">
        <dgm:presLayoutVars>
          <dgm:bulletEnabled val="1"/>
        </dgm:presLayoutVars>
      </dgm:prSet>
      <dgm:spPr/>
    </dgm:pt>
  </dgm:ptLst>
  <dgm:cxnLst>
    <dgm:cxn modelId="{D918E516-4A29-4B8C-BA63-BA359A0568F4}" type="presOf" srcId="{3CD24F51-0330-404B-BC57-1216A4720130}" destId="{6716D68B-D861-4141-89CA-DBA6503C9596}" srcOrd="0" destOrd="0" presId="urn:microsoft.com/office/officeart/2005/8/layout/process2"/>
    <dgm:cxn modelId="{E3AB9917-7113-4C2C-A485-879786DFDB7C}" type="presOf" srcId="{1AEBAFA1-3692-4D87-B0CC-CF98911A81AA}" destId="{B57D32D2-2C70-450B-8529-0DC19B9735B6}" srcOrd="1" destOrd="0" presId="urn:microsoft.com/office/officeart/2005/8/layout/process2"/>
    <dgm:cxn modelId="{736CA719-8D75-4B09-9FAB-983522C1B0FA}" srcId="{7104CD10-1479-43E5-BF29-BB5D3A7D03AA}" destId="{180AF2A4-A0E6-4DA4-9228-DA19FDB93232}" srcOrd="0" destOrd="0" parTransId="{53BF6EBB-7362-4E35-BB55-F1E3697AD572}" sibTransId="{6565695E-4F6B-475B-85F3-0CE7AC3B595C}"/>
    <dgm:cxn modelId="{BB474C21-5EE8-444C-B9BF-EB9BF80013F2}" type="presOf" srcId="{3CD24F51-0330-404B-BC57-1216A4720130}" destId="{1D2FAFAA-F3C5-4BCA-B9F2-7303783DF69D}" srcOrd="1" destOrd="0" presId="urn:microsoft.com/office/officeart/2005/8/layout/process2"/>
    <dgm:cxn modelId="{D7788821-D8A0-43DB-AAAD-18DEB7A1043F}" srcId="{7104CD10-1479-43E5-BF29-BB5D3A7D03AA}" destId="{A942C169-FC8A-4B9D-B5D2-EC4E6497D455}" srcOrd="4" destOrd="0" parTransId="{5DCE93EB-7384-47BC-AB02-0EDD73F6BBDF}" sibTransId="{C297CAAF-A805-4C58-8294-D1DC694ECCD0}"/>
    <dgm:cxn modelId="{856AA231-A574-41A5-A9CF-AB68750AE9DB}" srcId="{7104CD10-1479-43E5-BF29-BB5D3A7D03AA}" destId="{082C9A00-F8F3-4CB7-B5DC-E22C04184A45}" srcOrd="2" destOrd="0" parTransId="{D0C9B406-BEC8-4448-AA21-2E517A81C4AF}" sibTransId="{3CD24F51-0330-404B-BC57-1216A4720130}"/>
    <dgm:cxn modelId="{3E64575D-9B22-4AE6-B470-E9635E17B99B}" type="presOf" srcId="{6565695E-4F6B-475B-85F3-0CE7AC3B595C}" destId="{E28B5431-E7DE-41E4-BF5D-F4D383D4A0EF}" srcOrd="1" destOrd="0" presId="urn:microsoft.com/office/officeart/2005/8/layout/process2"/>
    <dgm:cxn modelId="{92508E62-BD93-411A-ABCB-2FF02B7497DF}" srcId="{7104CD10-1479-43E5-BF29-BB5D3A7D03AA}" destId="{0EBD946A-F3EF-4706-BBA0-740F076D67FF}" srcOrd="3" destOrd="0" parTransId="{C4F77846-9EF7-4668-88ED-4D091087605D}" sibTransId="{1AEBAFA1-3692-4D87-B0CC-CF98911A81AA}"/>
    <dgm:cxn modelId="{1C453B63-E60F-46BD-875A-4E91C08F8F8D}" type="presOf" srcId="{6D7AAE36-4D11-4E07-AD07-A37F2AF59127}" destId="{1035021B-B299-4D9E-88B2-2E7FB418D442}" srcOrd="0" destOrd="0" presId="urn:microsoft.com/office/officeart/2005/8/layout/process2"/>
    <dgm:cxn modelId="{6F6CCE68-6CC3-4416-9589-FE90FA6B0C65}" srcId="{7104CD10-1479-43E5-BF29-BB5D3A7D03AA}" destId="{324E4F0F-2B18-4B1A-AD72-D868D51AC734}" srcOrd="1" destOrd="0" parTransId="{9B4B049E-B612-4ED8-AE72-898762DCEB53}" sibTransId="{ACFB3BD1-0EC8-477B-AA5A-AA4B5788059F}"/>
    <dgm:cxn modelId="{9D7E2669-F038-4CF3-AF54-BBA8C4F29587}" type="presOf" srcId="{082C9A00-F8F3-4CB7-B5DC-E22C04184A45}" destId="{26CBD829-447E-48B5-BBBB-690537328E21}" srcOrd="0" destOrd="0" presId="urn:microsoft.com/office/officeart/2005/8/layout/process2"/>
    <dgm:cxn modelId="{5871866A-F858-4738-B5C9-7F0FEE8BA016}" type="presOf" srcId="{ACFB3BD1-0EC8-477B-AA5A-AA4B5788059F}" destId="{0B64EBCD-859A-41A4-99BC-2DAED4845FDC}" srcOrd="1" destOrd="0" presId="urn:microsoft.com/office/officeart/2005/8/layout/process2"/>
    <dgm:cxn modelId="{9D69B26E-CE8A-410D-80F8-334A0F351C61}" type="presOf" srcId="{7104CD10-1479-43E5-BF29-BB5D3A7D03AA}" destId="{07244CBE-0ADD-4014-B45A-3000E83DC98B}" srcOrd="0" destOrd="0" presId="urn:microsoft.com/office/officeart/2005/8/layout/process2"/>
    <dgm:cxn modelId="{1C54A27E-8FE0-4EC7-B2D6-C18B86BC50A6}" srcId="{7104CD10-1479-43E5-BF29-BB5D3A7D03AA}" destId="{6D7AAE36-4D11-4E07-AD07-A37F2AF59127}" srcOrd="5" destOrd="0" parTransId="{3DE80007-3132-40AC-A66B-8525E05CDC80}" sibTransId="{09ACA227-1417-41DE-A9BF-94BB5AB04FA6}"/>
    <dgm:cxn modelId="{DABF7887-0978-4FFD-92EF-4E909EDCA883}" type="presOf" srcId="{180AF2A4-A0E6-4DA4-9228-DA19FDB93232}" destId="{05ABACAC-6612-4AE0-A2BB-9B58D8703D01}" srcOrd="0" destOrd="0" presId="urn:microsoft.com/office/officeart/2005/8/layout/process2"/>
    <dgm:cxn modelId="{C2F56E95-8FC6-418C-B816-BA55D91A040B}" type="presOf" srcId="{C297CAAF-A805-4C58-8294-D1DC694ECCD0}" destId="{F5E3C230-2D52-4652-AC77-2D97E1E6FDE6}" srcOrd="1" destOrd="0" presId="urn:microsoft.com/office/officeart/2005/8/layout/process2"/>
    <dgm:cxn modelId="{507FBA97-C196-4232-A4E3-3D034861699C}" type="presOf" srcId="{0EBD946A-F3EF-4706-BBA0-740F076D67FF}" destId="{69E93912-478F-4AE0-88BF-74A4294B76E9}" srcOrd="0" destOrd="0" presId="urn:microsoft.com/office/officeart/2005/8/layout/process2"/>
    <dgm:cxn modelId="{31ED7E99-D8CD-4BE0-A52E-6556EECF8839}" type="presOf" srcId="{C297CAAF-A805-4C58-8294-D1DC694ECCD0}" destId="{03200B59-9192-4BC5-B8A7-1482AC19134D}" srcOrd="0" destOrd="0" presId="urn:microsoft.com/office/officeart/2005/8/layout/process2"/>
    <dgm:cxn modelId="{FC2CE4A2-A39F-4B56-B44D-C58866D1FF7E}" type="presOf" srcId="{324E4F0F-2B18-4B1A-AD72-D868D51AC734}" destId="{4C6FAC7A-9CCF-4D3B-854B-A6B3B4289304}" srcOrd="0" destOrd="0" presId="urn:microsoft.com/office/officeart/2005/8/layout/process2"/>
    <dgm:cxn modelId="{042AC8A7-3444-437C-BD66-09B3A1E5272D}" type="presOf" srcId="{A942C169-FC8A-4B9D-B5D2-EC4E6497D455}" destId="{5B9068A9-2166-447A-A6CA-D05E378B6185}" srcOrd="0" destOrd="0" presId="urn:microsoft.com/office/officeart/2005/8/layout/process2"/>
    <dgm:cxn modelId="{15A7C8BB-D996-418E-B5AD-5CA2B7CCB030}" type="presOf" srcId="{6565695E-4F6B-475B-85F3-0CE7AC3B595C}" destId="{A14C3C7F-7CEF-4B00-B1F3-1564A7E78F71}" srcOrd="0" destOrd="0" presId="urn:microsoft.com/office/officeart/2005/8/layout/process2"/>
    <dgm:cxn modelId="{6F28C0DC-48EC-4468-9085-658B1202FD7C}" type="presOf" srcId="{ACFB3BD1-0EC8-477B-AA5A-AA4B5788059F}" destId="{9E1239A4-AA5A-4657-AB7B-26D12EC9A4CA}" srcOrd="0" destOrd="0" presId="urn:microsoft.com/office/officeart/2005/8/layout/process2"/>
    <dgm:cxn modelId="{0E083CE0-8A50-4B68-A57C-B1BDF8230EF7}" type="presOf" srcId="{1AEBAFA1-3692-4D87-B0CC-CF98911A81AA}" destId="{F77786A5-4CC8-4EF1-9DE5-F02F1824E9BC}" srcOrd="0" destOrd="0" presId="urn:microsoft.com/office/officeart/2005/8/layout/process2"/>
    <dgm:cxn modelId="{DAFE7B62-4265-46EF-8C9E-D409685C7AA0}" type="presParOf" srcId="{07244CBE-0ADD-4014-B45A-3000E83DC98B}" destId="{05ABACAC-6612-4AE0-A2BB-9B58D8703D01}" srcOrd="0" destOrd="0" presId="urn:microsoft.com/office/officeart/2005/8/layout/process2"/>
    <dgm:cxn modelId="{FDC13B2A-20B6-4B4A-89FD-F63F736CAA22}" type="presParOf" srcId="{07244CBE-0ADD-4014-B45A-3000E83DC98B}" destId="{A14C3C7F-7CEF-4B00-B1F3-1564A7E78F71}" srcOrd="1" destOrd="0" presId="urn:microsoft.com/office/officeart/2005/8/layout/process2"/>
    <dgm:cxn modelId="{846D2F21-0AE9-48B9-BC83-D4CEBB91ED9C}" type="presParOf" srcId="{A14C3C7F-7CEF-4B00-B1F3-1564A7E78F71}" destId="{E28B5431-E7DE-41E4-BF5D-F4D383D4A0EF}" srcOrd="0" destOrd="0" presId="urn:microsoft.com/office/officeart/2005/8/layout/process2"/>
    <dgm:cxn modelId="{0B0EA99F-9FFC-413C-B950-B9897502DDD6}" type="presParOf" srcId="{07244CBE-0ADD-4014-B45A-3000E83DC98B}" destId="{4C6FAC7A-9CCF-4D3B-854B-A6B3B4289304}" srcOrd="2" destOrd="0" presId="urn:microsoft.com/office/officeart/2005/8/layout/process2"/>
    <dgm:cxn modelId="{7D938DD5-877D-42DC-8892-D8D5C1156424}" type="presParOf" srcId="{07244CBE-0ADD-4014-B45A-3000E83DC98B}" destId="{9E1239A4-AA5A-4657-AB7B-26D12EC9A4CA}" srcOrd="3" destOrd="0" presId="urn:microsoft.com/office/officeart/2005/8/layout/process2"/>
    <dgm:cxn modelId="{257C464B-5B66-4D4B-9BC2-5B31519B863A}" type="presParOf" srcId="{9E1239A4-AA5A-4657-AB7B-26D12EC9A4CA}" destId="{0B64EBCD-859A-41A4-99BC-2DAED4845FDC}" srcOrd="0" destOrd="0" presId="urn:microsoft.com/office/officeart/2005/8/layout/process2"/>
    <dgm:cxn modelId="{02EF6428-D819-48FD-BF45-936C02509587}" type="presParOf" srcId="{07244CBE-0ADD-4014-B45A-3000E83DC98B}" destId="{26CBD829-447E-48B5-BBBB-690537328E21}" srcOrd="4" destOrd="0" presId="urn:microsoft.com/office/officeart/2005/8/layout/process2"/>
    <dgm:cxn modelId="{0C65591C-4201-4E1B-9A7A-A5D72FB4A180}" type="presParOf" srcId="{07244CBE-0ADD-4014-B45A-3000E83DC98B}" destId="{6716D68B-D861-4141-89CA-DBA6503C9596}" srcOrd="5" destOrd="0" presId="urn:microsoft.com/office/officeart/2005/8/layout/process2"/>
    <dgm:cxn modelId="{C285EECD-8D4F-4A1C-BEC1-0F20067BCE56}" type="presParOf" srcId="{6716D68B-D861-4141-89CA-DBA6503C9596}" destId="{1D2FAFAA-F3C5-4BCA-B9F2-7303783DF69D}" srcOrd="0" destOrd="0" presId="urn:microsoft.com/office/officeart/2005/8/layout/process2"/>
    <dgm:cxn modelId="{79D648B5-CF7B-4B52-8055-8697221B8DCA}" type="presParOf" srcId="{07244CBE-0ADD-4014-B45A-3000E83DC98B}" destId="{69E93912-478F-4AE0-88BF-74A4294B76E9}" srcOrd="6" destOrd="0" presId="urn:microsoft.com/office/officeart/2005/8/layout/process2"/>
    <dgm:cxn modelId="{4B72C3C3-2763-491B-BDCD-D0EF4DCAFF79}" type="presParOf" srcId="{07244CBE-0ADD-4014-B45A-3000E83DC98B}" destId="{F77786A5-4CC8-4EF1-9DE5-F02F1824E9BC}" srcOrd="7" destOrd="0" presId="urn:microsoft.com/office/officeart/2005/8/layout/process2"/>
    <dgm:cxn modelId="{5AE3F553-8EEC-4AE8-B31E-4CB80140975E}" type="presParOf" srcId="{F77786A5-4CC8-4EF1-9DE5-F02F1824E9BC}" destId="{B57D32D2-2C70-450B-8529-0DC19B9735B6}" srcOrd="0" destOrd="0" presId="urn:microsoft.com/office/officeart/2005/8/layout/process2"/>
    <dgm:cxn modelId="{C9513419-7A3A-4B07-BD1D-D14D04D97A65}" type="presParOf" srcId="{07244CBE-0ADD-4014-B45A-3000E83DC98B}" destId="{5B9068A9-2166-447A-A6CA-D05E378B6185}" srcOrd="8" destOrd="0" presId="urn:microsoft.com/office/officeart/2005/8/layout/process2"/>
    <dgm:cxn modelId="{4A75D120-7C2C-479A-BCAF-700E30FE93ED}" type="presParOf" srcId="{07244CBE-0ADD-4014-B45A-3000E83DC98B}" destId="{03200B59-9192-4BC5-B8A7-1482AC19134D}" srcOrd="9" destOrd="0" presId="urn:microsoft.com/office/officeart/2005/8/layout/process2"/>
    <dgm:cxn modelId="{4EF790B0-6ECE-4A86-B3D8-7A94DDDC5879}" type="presParOf" srcId="{03200B59-9192-4BC5-B8A7-1482AC19134D}" destId="{F5E3C230-2D52-4652-AC77-2D97E1E6FDE6}" srcOrd="0" destOrd="0" presId="urn:microsoft.com/office/officeart/2005/8/layout/process2"/>
    <dgm:cxn modelId="{F71A195E-1ADE-4FD9-AECF-700EA185AA19}" type="presParOf" srcId="{07244CBE-0ADD-4014-B45A-3000E83DC98B}" destId="{1035021B-B299-4D9E-88B2-2E7FB418D442}" srcOrd="10" destOrd="0" presId="urn:microsoft.com/office/officeart/2005/8/layout/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DD5345B-18DB-461D-B238-08D2D369666C}" type="doc">
      <dgm:prSet loTypeId="urn:microsoft.com/office/officeart/2005/8/layout/process2" loCatId="process" qsTypeId="urn:microsoft.com/office/officeart/2005/8/quickstyle/simple1" qsCatId="simple" csTypeId="urn:microsoft.com/office/officeart/2005/8/colors/accent1_2" csCatId="accent1" phldr="1"/>
      <dgm:spPr/>
    </dgm:pt>
    <dgm:pt modelId="{6FF2E867-381C-4C51-A2C5-ECB5BD058616}">
      <dgm:prSet phldrT="[Text]"/>
      <dgm:spPr>
        <a:solidFill>
          <a:srgbClr val="005288"/>
        </a:solidFill>
      </dgm:spPr>
      <dgm:t>
        <a:bodyPr/>
        <a:lstStyle/>
        <a:p>
          <a:r>
            <a:rPr lang="en-US" dirty="0"/>
            <a:t>Java Script</a:t>
          </a:r>
        </a:p>
      </dgm:t>
    </dgm:pt>
    <dgm:pt modelId="{4E428638-F36F-43A1-8E89-E5D30FDFBD0E}" type="parTrans" cxnId="{E1CD6D41-75F3-46C1-BB1B-4EC8B499A671}">
      <dgm:prSet/>
      <dgm:spPr/>
      <dgm:t>
        <a:bodyPr/>
        <a:lstStyle/>
        <a:p>
          <a:endParaRPr lang="en-US"/>
        </a:p>
      </dgm:t>
    </dgm:pt>
    <dgm:pt modelId="{481D04E2-B95F-46CF-9187-25FA2CD4F820}" type="sibTrans" cxnId="{E1CD6D41-75F3-46C1-BB1B-4EC8B499A671}">
      <dgm:prSet/>
      <dgm:spPr>
        <a:solidFill>
          <a:srgbClr val="005288"/>
        </a:solidFill>
      </dgm:spPr>
      <dgm:t>
        <a:bodyPr/>
        <a:lstStyle/>
        <a:p>
          <a:endParaRPr lang="en-US" dirty="0"/>
        </a:p>
      </dgm:t>
    </dgm:pt>
    <dgm:pt modelId="{0A739815-23FE-4333-8513-69353B537026}">
      <dgm:prSet/>
      <dgm:spPr>
        <a:solidFill>
          <a:srgbClr val="005288"/>
        </a:solidFill>
      </dgm:spPr>
      <dgm:t>
        <a:bodyPr/>
        <a:lstStyle/>
        <a:p>
          <a:r>
            <a:rPr lang="en-US" dirty="0"/>
            <a:t>CSS</a:t>
          </a:r>
        </a:p>
      </dgm:t>
    </dgm:pt>
    <dgm:pt modelId="{CAA2CFC6-312E-4A05-9EDA-5CA8C5F831F8}" type="parTrans" cxnId="{2D20259E-47EC-4DA3-9DBF-3EED5E160D16}">
      <dgm:prSet/>
      <dgm:spPr/>
      <dgm:t>
        <a:bodyPr/>
        <a:lstStyle/>
        <a:p>
          <a:endParaRPr lang="en-US"/>
        </a:p>
      </dgm:t>
    </dgm:pt>
    <dgm:pt modelId="{08FCDD2E-AA59-43F9-A770-D0F60A53EDC4}" type="sibTrans" cxnId="{2D20259E-47EC-4DA3-9DBF-3EED5E160D16}">
      <dgm:prSet/>
      <dgm:spPr>
        <a:solidFill>
          <a:srgbClr val="005288"/>
        </a:solidFill>
      </dgm:spPr>
      <dgm:t>
        <a:bodyPr/>
        <a:lstStyle/>
        <a:p>
          <a:endParaRPr lang="en-US" dirty="0"/>
        </a:p>
      </dgm:t>
    </dgm:pt>
    <dgm:pt modelId="{471D0093-B350-4950-95BE-CBD6A2758EE4}">
      <dgm:prSet/>
      <dgm:spPr>
        <a:solidFill>
          <a:srgbClr val="005288"/>
        </a:solidFill>
      </dgm:spPr>
      <dgm:t>
        <a:bodyPr/>
        <a:lstStyle/>
        <a:p>
          <a:r>
            <a:rPr lang="en-US" dirty="0"/>
            <a:t>HTML</a:t>
          </a:r>
        </a:p>
      </dgm:t>
    </dgm:pt>
    <dgm:pt modelId="{16446EDA-3B85-4440-8596-F221D84E5CE9}" type="parTrans" cxnId="{135F5060-BFEB-44BC-9C3C-CBCAEC6FA33C}">
      <dgm:prSet/>
      <dgm:spPr/>
      <dgm:t>
        <a:bodyPr/>
        <a:lstStyle/>
        <a:p>
          <a:endParaRPr lang="en-US"/>
        </a:p>
      </dgm:t>
    </dgm:pt>
    <dgm:pt modelId="{F40BACAD-358A-455C-9BD7-79ECB4077C56}" type="sibTrans" cxnId="{135F5060-BFEB-44BC-9C3C-CBCAEC6FA33C}">
      <dgm:prSet/>
      <dgm:spPr>
        <a:solidFill>
          <a:srgbClr val="005288"/>
        </a:solidFill>
      </dgm:spPr>
      <dgm:t>
        <a:bodyPr/>
        <a:lstStyle/>
        <a:p>
          <a:endParaRPr lang="en-US" dirty="0"/>
        </a:p>
      </dgm:t>
    </dgm:pt>
    <dgm:pt modelId="{2672887D-6081-486F-B646-42FB7E0A765B}">
      <dgm:prSet/>
      <dgm:spPr>
        <a:solidFill>
          <a:srgbClr val="005288"/>
        </a:solidFill>
      </dgm:spPr>
      <dgm:t>
        <a:bodyPr/>
        <a:lstStyle/>
        <a:p>
          <a:r>
            <a:rPr lang="en-US" dirty="0"/>
            <a:t>User Browser</a:t>
          </a:r>
        </a:p>
      </dgm:t>
    </dgm:pt>
    <dgm:pt modelId="{B1CD4D64-381F-4B83-BF11-4E8B7BFF5C48}" type="parTrans" cxnId="{80FF3BA4-7427-4BE8-B3B0-A42EA17CD1B4}">
      <dgm:prSet/>
      <dgm:spPr/>
      <dgm:t>
        <a:bodyPr/>
        <a:lstStyle/>
        <a:p>
          <a:endParaRPr lang="en-US"/>
        </a:p>
      </dgm:t>
    </dgm:pt>
    <dgm:pt modelId="{7D012302-1EBA-4136-B065-E30FEAC95553}" type="sibTrans" cxnId="{80FF3BA4-7427-4BE8-B3B0-A42EA17CD1B4}">
      <dgm:prSet/>
      <dgm:spPr/>
      <dgm:t>
        <a:bodyPr/>
        <a:lstStyle/>
        <a:p>
          <a:endParaRPr lang="en-US"/>
        </a:p>
      </dgm:t>
    </dgm:pt>
    <dgm:pt modelId="{078FA5BD-F5C7-4512-8F57-215975A0326D}" type="pres">
      <dgm:prSet presAssocID="{7DD5345B-18DB-461D-B238-08D2D369666C}" presName="linearFlow" presStyleCnt="0">
        <dgm:presLayoutVars>
          <dgm:resizeHandles val="exact"/>
        </dgm:presLayoutVars>
      </dgm:prSet>
      <dgm:spPr/>
    </dgm:pt>
    <dgm:pt modelId="{8ABA1759-48DD-4FAD-8EB0-7D1006D66EFB}" type="pres">
      <dgm:prSet presAssocID="{6FF2E867-381C-4C51-A2C5-ECB5BD058616}" presName="node" presStyleLbl="node1" presStyleIdx="0" presStyleCnt="4">
        <dgm:presLayoutVars>
          <dgm:bulletEnabled val="1"/>
        </dgm:presLayoutVars>
      </dgm:prSet>
      <dgm:spPr/>
    </dgm:pt>
    <dgm:pt modelId="{0582D123-B7D8-4C3D-A66F-4FAC7F4E5A47}" type="pres">
      <dgm:prSet presAssocID="{481D04E2-B95F-46CF-9187-25FA2CD4F820}" presName="sibTrans" presStyleLbl="sibTrans2D1" presStyleIdx="0" presStyleCnt="3"/>
      <dgm:spPr/>
    </dgm:pt>
    <dgm:pt modelId="{1394EDBF-5138-4DC9-9C84-BE4DA9A392C2}" type="pres">
      <dgm:prSet presAssocID="{481D04E2-B95F-46CF-9187-25FA2CD4F820}" presName="connectorText" presStyleLbl="sibTrans2D1" presStyleIdx="0" presStyleCnt="3"/>
      <dgm:spPr/>
    </dgm:pt>
    <dgm:pt modelId="{360823AA-CAEF-45B4-A248-CCD0E9BA6A9D}" type="pres">
      <dgm:prSet presAssocID="{0A739815-23FE-4333-8513-69353B537026}" presName="node" presStyleLbl="node1" presStyleIdx="1" presStyleCnt="4">
        <dgm:presLayoutVars>
          <dgm:bulletEnabled val="1"/>
        </dgm:presLayoutVars>
      </dgm:prSet>
      <dgm:spPr/>
    </dgm:pt>
    <dgm:pt modelId="{5FF6C6A7-DF7B-4E0A-81C9-A5891B4ACB68}" type="pres">
      <dgm:prSet presAssocID="{08FCDD2E-AA59-43F9-A770-D0F60A53EDC4}" presName="sibTrans" presStyleLbl="sibTrans2D1" presStyleIdx="1" presStyleCnt="3"/>
      <dgm:spPr/>
    </dgm:pt>
    <dgm:pt modelId="{785E20EF-ABA6-42D3-A88A-8FC17AD964B7}" type="pres">
      <dgm:prSet presAssocID="{08FCDD2E-AA59-43F9-A770-D0F60A53EDC4}" presName="connectorText" presStyleLbl="sibTrans2D1" presStyleIdx="1" presStyleCnt="3"/>
      <dgm:spPr/>
    </dgm:pt>
    <dgm:pt modelId="{FDC3A29D-D9D2-4E3B-9036-B923F191A72F}" type="pres">
      <dgm:prSet presAssocID="{471D0093-B350-4950-95BE-CBD6A2758EE4}" presName="node" presStyleLbl="node1" presStyleIdx="2" presStyleCnt="4">
        <dgm:presLayoutVars>
          <dgm:bulletEnabled val="1"/>
        </dgm:presLayoutVars>
      </dgm:prSet>
      <dgm:spPr/>
    </dgm:pt>
    <dgm:pt modelId="{0D1484D5-EA4C-4643-8765-22062D087679}" type="pres">
      <dgm:prSet presAssocID="{F40BACAD-358A-455C-9BD7-79ECB4077C56}" presName="sibTrans" presStyleLbl="sibTrans2D1" presStyleIdx="2" presStyleCnt="3"/>
      <dgm:spPr/>
    </dgm:pt>
    <dgm:pt modelId="{80A3ACD8-5CCF-4E64-BBFF-47A7B153BDEB}" type="pres">
      <dgm:prSet presAssocID="{F40BACAD-358A-455C-9BD7-79ECB4077C56}" presName="connectorText" presStyleLbl="sibTrans2D1" presStyleIdx="2" presStyleCnt="3"/>
      <dgm:spPr/>
    </dgm:pt>
    <dgm:pt modelId="{33A87227-F779-4926-9403-3468024652F0}" type="pres">
      <dgm:prSet presAssocID="{2672887D-6081-486F-B646-42FB7E0A765B}" presName="node" presStyleLbl="node1" presStyleIdx="3" presStyleCnt="4">
        <dgm:presLayoutVars>
          <dgm:bulletEnabled val="1"/>
        </dgm:presLayoutVars>
      </dgm:prSet>
      <dgm:spPr/>
    </dgm:pt>
  </dgm:ptLst>
  <dgm:cxnLst>
    <dgm:cxn modelId="{135F5060-BFEB-44BC-9C3C-CBCAEC6FA33C}" srcId="{7DD5345B-18DB-461D-B238-08D2D369666C}" destId="{471D0093-B350-4950-95BE-CBD6A2758EE4}" srcOrd="2" destOrd="0" parTransId="{16446EDA-3B85-4440-8596-F221D84E5CE9}" sibTransId="{F40BACAD-358A-455C-9BD7-79ECB4077C56}"/>
    <dgm:cxn modelId="{E1CD6D41-75F3-46C1-BB1B-4EC8B499A671}" srcId="{7DD5345B-18DB-461D-B238-08D2D369666C}" destId="{6FF2E867-381C-4C51-A2C5-ECB5BD058616}" srcOrd="0" destOrd="0" parTransId="{4E428638-F36F-43A1-8E89-E5D30FDFBD0E}" sibTransId="{481D04E2-B95F-46CF-9187-25FA2CD4F820}"/>
    <dgm:cxn modelId="{6ECCCE6E-6DA9-43BC-8899-455AD680E7E5}" type="presOf" srcId="{6FF2E867-381C-4C51-A2C5-ECB5BD058616}" destId="{8ABA1759-48DD-4FAD-8EB0-7D1006D66EFB}" srcOrd="0" destOrd="0" presId="urn:microsoft.com/office/officeart/2005/8/layout/process2"/>
    <dgm:cxn modelId="{3D6E2975-4371-41CE-BC43-769BFD3AD96C}" type="presOf" srcId="{F40BACAD-358A-455C-9BD7-79ECB4077C56}" destId="{0D1484D5-EA4C-4643-8765-22062D087679}" srcOrd="0" destOrd="0" presId="urn:microsoft.com/office/officeart/2005/8/layout/process2"/>
    <dgm:cxn modelId="{AF32FA55-CB19-4522-932B-71AB42F95802}" type="presOf" srcId="{2672887D-6081-486F-B646-42FB7E0A765B}" destId="{33A87227-F779-4926-9403-3468024652F0}" srcOrd="0" destOrd="0" presId="urn:microsoft.com/office/officeart/2005/8/layout/process2"/>
    <dgm:cxn modelId="{C1A06E59-CFEF-4CB9-BD9A-F876DA7DDFE6}" type="presOf" srcId="{08FCDD2E-AA59-43F9-A770-D0F60A53EDC4}" destId="{5FF6C6A7-DF7B-4E0A-81C9-A5891B4ACB68}" srcOrd="0" destOrd="0" presId="urn:microsoft.com/office/officeart/2005/8/layout/process2"/>
    <dgm:cxn modelId="{F7752097-B330-4453-A946-5945BA6DDA1F}" type="presOf" srcId="{0A739815-23FE-4333-8513-69353B537026}" destId="{360823AA-CAEF-45B4-A248-CCD0E9BA6A9D}" srcOrd="0" destOrd="0" presId="urn:microsoft.com/office/officeart/2005/8/layout/process2"/>
    <dgm:cxn modelId="{2D20259E-47EC-4DA3-9DBF-3EED5E160D16}" srcId="{7DD5345B-18DB-461D-B238-08D2D369666C}" destId="{0A739815-23FE-4333-8513-69353B537026}" srcOrd="1" destOrd="0" parTransId="{CAA2CFC6-312E-4A05-9EDA-5CA8C5F831F8}" sibTransId="{08FCDD2E-AA59-43F9-A770-D0F60A53EDC4}"/>
    <dgm:cxn modelId="{80FF3BA4-7427-4BE8-B3B0-A42EA17CD1B4}" srcId="{7DD5345B-18DB-461D-B238-08D2D369666C}" destId="{2672887D-6081-486F-B646-42FB7E0A765B}" srcOrd="3" destOrd="0" parTransId="{B1CD4D64-381F-4B83-BF11-4E8B7BFF5C48}" sibTransId="{7D012302-1EBA-4136-B065-E30FEAC95553}"/>
    <dgm:cxn modelId="{953EEDAC-7F96-4C11-A551-840680A951B8}" type="presOf" srcId="{08FCDD2E-AA59-43F9-A770-D0F60A53EDC4}" destId="{785E20EF-ABA6-42D3-A88A-8FC17AD964B7}" srcOrd="1" destOrd="0" presId="urn:microsoft.com/office/officeart/2005/8/layout/process2"/>
    <dgm:cxn modelId="{F7DCF0BC-E470-49A7-AB13-649CD561720B}" type="presOf" srcId="{481D04E2-B95F-46CF-9187-25FA2CD4F820}" destId="{0582D123-B7D8-4C3D-A66F-4FAC7F4E5A47}" srcOrd="0" destOrd="0" presId="urn:microsoft.com/office/officeart/2005/8/layout/process2"/>
    <dgm:cxn modelId="{8B94E3C9-0B2A-4465-9B0B-F18CB75A8906}" type="presOf" srcId="{F40BACAD-358A-455C-9BD7-79ECB4077C56}" destId="{80A3ACD8-5CCF-4E64-BBFF-47A7B153BDEB}" srcOrd="1" destOrd="0" presId="urn:microsoft.com/office/officeart/2005/8/layout/process2"/>
    <dgm:cxn modelId="{DC5140D3-90B9-4AC0-8D4E-3B8BBA3378EB}" type="presOf" srcId="{481D04E2-B95F-46CF-9187-25FA2CD4F820}" destId="{1394EDBF-5138-4DC9-9C84-BE4DA9A392C2}" srcOrd="1" destOrd="0" presId="urn:microsoft.com/office/officeart/2005/8/layout/process2"/>
    <dgm:cxn modelId="{A28476ED-D3CB-4026-92CA-87D3658FDFE1}" type="presOf" srcId="{471D0093-B350-4950-95BE-CBD6A2758EE4}" destId="{FDC3A29D-D9D2-4E3B-9036-B923F191A72F}" srcOrd="0" destOrd="0" presId="urn:microsoft.com/office/officeart/2005/8/layout/process2"/>
    <dgm:cxn modelId="{859D85F0-EE62-47E5-B65C-DB45719FE40D}" type="presOf" srcId="{7DD5345B-18DB-461D-B238-08D2D369666C}" destId="{078FA5BD-F5C7-4512-8F57-215975A0326D}" srcOrd="0" destOrd="0" presId="urn:microsoft.com/office/officeart/2005/8/layout/process2"/>
    <dgm:cxn modelId="{893CE0DA-94AC-4BA8-A897-8D62EEB0FA77}" type="presParOf" srcId="{078FA5BD-F5C7-4512-8F57-215975A0326D}" destId="{8ABA1759-48DD-4FAD-8EB0-7D1006D66EFB}" srcOrd="0" destOrd="0" presId="urn:microsoft.com/office/officeart/2005/8/layout/process2"/>
    <dgm:cxn modelId="{1AE2DAE3-9362-4D1E-B2AE-58CE2F9F6CD4}" type="presParOf" srcId="{078FA5BD-F5C7-4512-8F57-215975A0326D}" destId="{0582D123-B7D8-4C3D-A66F-4FAC7F4E5A47}" srcOrd="1" destOrd="0" presId="urn:microsoft.com/office/officeart/2005/8/layout/process2"/>
    <dgm:cxn modelId="{34A8F777-237F-44F4-9B26-65070201F901}" type="presParOf" srcId="{0582D123-B7D8-4C3D-A66F-4FAC7F4E5A47}" destId="{1394EDBF-5138-4DC9-9C84-BE4DA9A392C2}" srcOrd="0" destOrd="0" presId="urn:microsoft.com/office/officeart/2005/8/layout/process2"/>
    <dgm:cxn modelId="{DD989BDC-EF94-46EB-920A-76E9DD3FB9DB}" type="presParOf" srcId="{078FA5BD-F5C7-4512-8F57-215975A0326D}" destId="{360823AA-CAEF-45B4-A248-CCD0E9BA6A9D}" srcOrd="2" destOrd="0" presId="urn:microsoft.com/office/officeart/2005/8/layout/process2"/>
    <dgm:cxn modelId="{443A6839-6EFD-4116-851D-99822FBD4C9A}" type="presParOf" srcId="{078FA5BD-F5C7-4512-8F57-215975A0326D}" destId="{5FF6C6A7-DF7B-4E0A-81C9-A5891B4ACB68}" srcOrd="3" destOrd="0" presId="urn:microsoft.com/office/officeart/2005/8/layout/process2"/>
    <dgm:cxn modelId="{8E1A0801-47F5-4E7D-B1E3-0C6A59C670BC}" type="presParOf" srcId="{5FF6C6A7-DF7B-4E0A-81C9-A5891B4ACB68}" destId="{785E20EF-ABA6-42D3-A88A-8FC17AD964B7}" srcOrd="0" destOrd="0" presId="urn:microsoft.com/office/officeart/2005/8/layout/process2"/>
    <dgm:cxn modelId="{1727C09A-971D-4387-8E21-7BBA0CD35B5B}" type="presParOf" srcId="{078FA5BD-F5C7-4512-8F57-215975A0326D}" destId="{FDC3A29D-D9D2-4E3B-9036-B923F191A72F}" srcOrd="4" destOrd="0" presId="urn:microsoft.com/office/officeart/2005/8/layout/process2"/>
    <dgm:cxn modelId="{527DBCA9-141C-4474-BFF8-A628AE5386BF}" type="presParOf" srcId="{078FA5BD-F5C7-4512-8F57-215975A0326D}" destId="{0D1484D5-EA4C-4643-8765-22062D087679}" srcOrd="5" destOrd="0" presId="urn:microsoft.com/office/officeart/2005/8/layout/process2"/>
    <dgm:cxn modelId="{EE46A30C-D02E-4B7B-9221-7DEF787D24F6}" type="presParOf" srcId="{0D1484D5-EA4C-4643-8765-22062D087679}" destId="{80A3ACD8-5CCF-4E64-BBFF-47A7B153BDEB}" srcOrd="0" destOrd="0" presId="urn:microsoft.com/office/officeart/2005/8/layout/process2"/>
    <dgm:cxn modelId="{A0FF767A-9CBD-4B7C-8422-84ADF7A502EC}" type="presParOf" srcId="{078FA5BD-F5C7-4512-8F57-215975A0326D}" destId="{33A87227-F779-4926-9403-3468024652F0}" srcOrd="6" destOrd="0" presId="urn:microsoft.com/office/officeart/2005/8/layout/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222C77-87F8-4FD0-A1C1-580002D09C47}">
      <dsp:nvSpPr>
        <dsp:cNvPr id="0" name=""/>
        <dsp:cNvSpPr/>
      </dsp:nvSpPr>
      <dsp:spPr>
        <a:xfrm>
          <a:off x="3037579" y="1805"/>
          <a:ext cx="2002041" cy="534992"/>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Web Framework </a:t>
          </a:r>
        </a:p>
        <a:p>
          <a:pPr marL="0" lvl="0" indent="0" algn="ctr" defTabSz="533400">
            <a:lnSpc>
              <a:spcPct val="90000"/>
            </a:lnSpc>
            <a:spcBef>
              <a:spcPct val="0"/>
            </a:spcBef>
            <a:spcAft>
              <a:spcPct val="35000"/>
            </a:spcAft>
            <a:buNone/>
          </a:pPr>
          <a:r>
            <a:rPr lang="en-US" sz="1200" kern="1200" dirty="0"/>
            <a:t>Ruby on Rails</a:t>
          </a:r>
        </a:p>
      </dsp:txBody>
      <dsp:txXfrm>
        <a:off x="3053248" y="17474"/>
        <a:ext cx="1970703" cy="503654"/>
      </dsp:txXfrm>
    </dsp:sp>
    <dsp:sp modelId="{BBBB6C63-3EE9-4C07-8697-C47B24D7A241}">
      <dsp:nvSpPr>
        <dsp:cNvPr id="0" name=""/>
        <dsp:cNvSpPr/>
      </dsp:nvSpPr>
      <dsp:spPr>
        <a:xfrm rot="5400000">
          <a:off x="3938288" y="550172"/>
          <a:ext cx="200622" cy="240746"/>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rot="-5400000">
        <a:off x="3966376" y="570234"/>
        <a:ext cx="144448" cy="140435"/>
      </dsp:txXfrm>
    </dsp:sp>
    <dsp:sp modelId="{1042FA79-E5F8-4FE3-94ED-C0C505861481}">
      <dsp:nvSpPr>
        <dsp:cNvPr id="0" name=""/>
        <dsp:cNvSpPr/>
      </dsp:nvSpPr>
      <dsp:spPr>
        <a:xfrm>
          <a:off x="3037579" y="804293"/>
          <a:ext cx="2002041" cy="534992"/>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Programming Language </a:t>
          </a:r>
        </a:p>
        <a:p>
          <a:pPr marL="0" lvl="0" indent="0" algn="ctr" defTabSz="533400">
            <a:lnSpc>
              <a:spcPct val="90000"/>
            </a:lnSpc>
            <a:spcBef>
              <a:spcPct val="0"/>
            </a:spcBef>
            <a:spcAft>
              <a:spcPct val="35000"/>
            </a:spcAft>
            <a:buNone/>
          </a:pPr>
          <a:r>
            <a:rPr lang="en-US" sz="1200" kern="1200" dirty="0"/>
            <a:t>Ruby</a:t>
          </a:r>
        </a:p>
      </dsp:txBody>
      <dsp:txXfrm>
        <a:off x="3053248" y="819962"/>
        <a:ext cx="1970703" cy="503654"/>
      </dsp:txXfrm>
    </dsp:sp>
    <dsp:sp modelId="{05E41B72-2984-4F82-8B4C-FE5B4DA05EB5}">
      <dsp:nvSpPr>
        <dsp:cNvPr id="0" name=""/>
        <dsp:cNvSpPr/>
      </dsp:nvSpPr>
      <dsp:spPr>
        <a:xfrm rot="5400000">
          <a:off x="3938288" y="1352660"/>
          <a:ext cx="200622" cy="240746"/>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rot="-5400000">
        <a:off x="3966376" y="1372722"/>
        <a:ext cx="144448" cy="140435"/>
      </dsp:txXfrm>
    </dsp:sp>
    <dsp:sp modelId="{506BC56E-D1AE-40C1-8DA2-A1D3515A6089}">
      <dsp:nvSpPr>
        <dsp:cNvPr id="0" name=""/>
        <dsp:cNvSpPr/>
      </dsp:nvSpPr>
      <dsp:spPr>
        <a:xfrm>
          <a:off x="3037579" y="1606782"/>
          <a:ext cx="2002041" cy="534992"/>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Database</a:t>
          </a:r>
        </a:p>
        <a:p>
          <a:pPr marL="0" lvl="0" indent="0" algn="ctr" defTabSz="533400">
            <a:lnSpc>
              <a:spcPct val="90000"/>
            </a:lnSpc>
            <a:spcBef>
              <a:spcPct val="0"/>
            </a:spcBef>
            <a:spcAft>
              <a:spcPct val="35000"/>
            </a:spcAft>
            <a:buNone/>
          </a:pPr>
          <a:r>
            <a:rPr lang="en-US" sz="1200" kern="1200" dirty="0"/>
            <a:t>MySQL</a:t>
          </a:r>
        </a:p>
      </dsp:txBody>
      <dsp:txXfrm>
        <a:off x="3053248" y="1622451"/>
        <a:ext cx="1970703" cy="503654"/>
      </dsp:txXfrm>
    </dsp:sp>
    <dsp:sp modelId="{6C063544-FF9C-482D-B265-3E85180590E4}">
      <dsp:nvSpPr>
        <dsp:cNvPr id="0" name=""/>
        <dsp:cNvSpPr/>
      </dsp:nvSpPr>
      <dsp:spPr>
        <a:xfrm rot="5400000">
          <a:off x="3938288" y="2155149"/>
          <a:ext cx="200622" cy="240746"/>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rot="-5400000">
        <a:off x="3966376" y="2175211"/>
        <a:ext cx="144448" cy="140435"/>
      </dsp:txXfrm>
    </dsp:sp>
    <dsp:sp modelId="{2B998FBD-7A08-4B4E-848B-98ABC1C6AF33}">
      <dsp:nvSpPr>
        <dsp:cNvPr id="0" name=""/>
        <dsp:cNvSpPr/>
      </dsp:nvSpPr>
      <dsp:spPr>
        <a:xfrm>
          <a:off x="3037579" y="2409270"/>
          <a:ext cx="2002041" cy="534992"/>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Apache HPPD and </a:t>
          </a:r>
          <a:r>
            <a:rPr lang="en-US" sz="1200" b="0" i="0" kern="1200" dirty="0"/>
            <a:t>Phusion Passenger</a:t>
          </a:r>
          <a:r>
            <a:rPr lang="en-US" sz="1200" kern="1200" dirty="0"/>
            <a:t> Webserver</a:t>
          </a:r>
        </a:p>
      </dsp:txBody>
      <dsp:txXfrm>
        <a:off x="3053248" y="2424939"/>
        <a:ext cx="1970703" cy="503654"/>
      </dsp:txXfrm>
    </dsp:sp>
    <dsp:sp modelId="{4325F5B4-7562-402E-BFB4-F0F1FAE2B10C}">
      <dsp:nvSpPr>
        <dsp:cNvPr id="0" name=""/>
        <dsp:cNvSpPr/>
      </dsp:nvSpPr>
      <dsp:spPr>
        <a:xfrm rot="5400000">
          <a:off x="3938288" y="2957637"/>
          <a:ext cx="200622" cy="240746"/>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rot="-5400000">
        <a:off x="3966376" y="2977699"/>
        <a:ext cx="144448" cy="140435"/>
      </dsp:txXfrm>
    </dsp:sp>
    <dsp:sp modelId="{780F8A24-C382-4645-AF49-CD57A40E2789}">
      <dsp:nvSpPr>
        <dsp:cNvPr id="0" name=""/>
        <dsp:cNvSpPr/>
      </dsp:nvSpPr>
      <dsp:spPr>
        <a:xfrm>
          <a:off x="3037579" y="3211758"/>
          <a:ext cx="2002041" cy="534992"/>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Operating System</a:t>
          </a:r>
        </a:p>
        <a:p>
          <a:pPr marL="0" lvl="0" indent="0" algn="ctr" defTabSz="533400">
            <a:lnSpc>
              <a:spcPct val="90000"/>
            </a:lnSpc>
            <a:spcBef>
              <a:spcPct val="0"/>
            </a:spcBef>
            <a:spcAft>
              <a:spcPct val="35000"/>
            </a:spcAft>
            <a:buNone/>
          </a:pPr>
          <a:r>
            <a:rPr lang="en-US" sz="1200" kern="1200" dirty="0"/>
            <a:t>RedHat Linux 6</a:t>
          </a:r>
        </a:p>
      </dsp:txBody>
      <dsp:txXfrm>
        <a:off x="3053248" y="3227427"/>
        <a:ext cx="1970703" cy="503654"/>
      </dsp:txXfrm>
    </dsp:sp>
    <dsp:sp modelId="{A7D862B7-2C17-40B6-94B4-4DA672F911AF}">
      <dsp:nvSpPr>
        <dsp:cNvPr id="0" name=""/>
        <dsp:cNvSpPr/>
      </dsp:nvSpPr>
      <dsp:spPr>
        <a:xfrm rot="5400000">
          <a:off x="3938288" y="3760125"/>
          <a:ext cx="200622" cy="240746"/>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rot="-5400000">
        <a:off x="3966376" y="3780187"/>
        <a:ext cx="144448" cy="140435"/>
      </dsp:txXfrm>
    </dsp:sp>
    <dsp:sp modelId="{81B9170B-396C-4289-B837-C4B5274C2C28}">
      <dsp:nvSpPr>
        <dsp:cNvPr id="0" name=""/>
        <dsp:cNvSpPr/>
      </dsp:nvSpPr>
      <dsp:spPr>
        <a:xfrm>
          <a:off x="3037579" y="4014247"/>
          <a:ext cx="2002041" cy="534992"/>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Server</a:t>
          </a:r>
        </a:p>
        <a:p>
          <a:pPr marL="0" lvl="0" indent="0" algn="ctr" defTabSz="533400">
            <a:lnSpc>
              <a:spcPct val="90000"/>
            </a:lnSpc>
            <a:spcBef>
              <a:spcPct val="0"/>
            </a:spcBef>
            <a:spcAft>
              <a:spcPct val="35000"/>
            </a:spcAft>
            <a:buNone/>
          </a:pPr>
          <a:r>
            <a:rPr lang="en-US" sz="1200" kern="1200" dirty="0"/>
            <a:t>DC1</a:t>
          </a:r>
        </a:p>
      </dsp:txBody>
      <dsp:txXfrm>
        <a:off x="3053248" y="4029916"/>
        <a:ext cx="1970703" cy="5036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BA1759-48DD-4FAD-8EB0-7D1006D66EFB}">
      <dsp:nvSpPr>
        <dsp:cNvPr id="0" name=""/>
        <dsp:cNvSpPr/>
      </dsp:nvSpPr>
      <dsp:spPr>
        <a:xfrm>
          <a:off x="2866395" y="1040"/>
          <a:ext cx="1465288" cy="386894"/>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Java Script</a:t>
          </a:r>
        </a:p>
      </dsp:txBody>
      <dsp:txXfrm>
        <a:off x="2877727" y="12372"/>
        <a:ext cx="1442624" cy="364230"/>
      </dsp:txXfrm>
    </dsp:sp>
    <dsp:sp modelId="{0582D123-B7D8-4C3D-A66F-4FAC7F4E5A47}">
      <dsp:nvSpPr>
        <dsp:cNvPr id="0" name=""/>
        <dsp:cNvSpPr/>
      </dsp:nvSpPr>
      <dsp:spPr>
        <a:xfrm rot="5400000">
          <a:off x="3526497" y="397607"/>
          <a:ext cx="145085" cy="174102"/>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dirty="0"/>
        </a:p>
      </dsp:txBody>
      <dsp:txXfrm rot="-5400000">
        <a:off x="3546809" y="412116"/>
        <a:ext cx="104462" cy="101560"/>
      </dsp:txXfrm>
    </dsp:sp>
    <dsp:sp modelId="{360823AA-CAEF-45B4-A248-CCD0E9BA6A9D}">
      <dsp:nvSpPr>
        <dsp:cNvPr id="0" name=""/>
        <dsp:cNvSpPr/>
      </dsp:nvSpPr>
      <dsp:spPr>
        <a:xfrm>
          <a:off x="2866395" y="581382"/>
          <a:ext cx="1465288" cy="386894"/>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CSS</a:t>
          </a:r>
        </a:p>
      </dsp:txBody>
      <dsp:txXfrm>
        <a:off x="2877727" y="592714"/>
        <a:ext cx="1442624" cy="364230"/>
      </dsp:txXfrm>
    </dsp:sp>
    <dsp:sp modelId="{5FF6C6A7-DF7B-4E0A-81C9-A5891B4ACB68}">
      <dsp:nvSpPr>
        <dsp:cNvPr id="0" name=""/>
        <dsp:cNvSpPr/>
      </dsp:nvSpPr>
      <dsp:spPr>
        <a:xfrm rot="5400000">
          <a:off x="3526497" y="977949"/>
          <a:ext cx="145085" cy="174102"/>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dirty="0"/>
        </a:p>
      </dsp:txBody>
      <dsp:txXfrm rot="-5400000">
        <a:off x="3546809" y="992458"/>
        <a:ext cx="104462" cy="101560"/>
      </dsp:txXfrm>
    </dsp:sp>
    <dsp:sp modelId="{FDC3A29D-D9D2-4E3B-9036-B923F191A72F}">
      <dsp:nvSpPr>
        <dsp:cNvPr id="0" name=""/>
        <dsp:cNvSpPr/>
      </dsp:nvSpPr>
      <dsp:spPr>
        <a:xfrm>
          <a:off x="2866395" y="1161724"/>
          <a:ext cx="1465288" cy="386894"/>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HTML</a:t>
          </a:r>
        </a:p>
      </dsp:txBody>
      <dsp:txXfrm>
        <a:off x="2877727" y="1173056"/>
        <a:ext cx="1442624" cy="364230"/>
      </dsp:txXfrm>
    </dsp:sp>
    <dsp:sp modelId="{0D1484D5-EA4C-4643-8765-22062D087679}">
      <dsp:nvSpPr>
        <dsp:cNvPr id="0" name=""/>
        <dsp:cNvSpPr/>
      </dsp:nvSpPr>
      <dsp:spPr>
        <a:xfrm rot="5400000">
          <a:off x="3526497" y="1558291"/>
          <a:ext cx="145085" cy="174102"/>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dirty="0"/>
        </a:p>
      </dsp:txBody>
      <dsp:txXfrm rot="-5400000">
        <a:off x="3546809" y="1572800"/>
        <a:ext cx="104462" cy="101560"/>
      </dsp:txXfrm>
    </dsp:sp>
    <dsp:sp modelId="{33A87227-F779-4926-9403-3468024652F0}">
      <dsp:nvSpPr>
        <dsp:cNvPr id="0" name=""/>
        <dsp:cNvSpPr/>
      </dsp:nvSpPr>
      <dsp:spPr>
        <a:xfrm>
          <a:off x="2866395" y="1742067"/>
          <a:ext cx="1465288" cy="386894"/>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User Browser</a:t>
          </a:r>
        </a:p>
      </dsp:txBody>
      <dsp:txXfrm>
        <a:off x="2877727" y="1753399"/>
        <a:ext cx="1442624" cy="3642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D6C19B-350C-4393-8BB9-C28C07CB8A2D}">
      <dsp:nvSpPr>
        <dsp:cNvPr id="0" name=""/>
        <dsp:cNvSpPr/>
      </dsp:nvSpPr>
      <dsp:spPr>
        <a:xfrm>
          <a:off x="965807" y="0"/>
          <a:ext cx="4123635" cy="4123635"/>
        </a:xfrm>
        <a:prstGeom prst="triangle">
          <a:avLst/>
        </a:prstGeom>
        <a:solidFill>
          <a:srgbClr val="005288"/>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a:schemeClr val="lt1"/>
        </a:fontRef>
      </dsp:style>
    </dsp:sp>
    <dsp:sp modelId="{F512AE65-0FEE-46E2-A2FD-142C531D07B5}">
      <dsp:nvSpPr>
        <dsp:cNvPr id="0" name=""/>
        <dsp:cNvSpPr/>
      </dsp:nvSpPr>
      <dsp:spPr>
        <a:xfrm>
          <a:off x="3814847" y="412766"/>
          <a:ext cx="2680362" cy="586329"/>
        </a:xfrm>
        <a:prstGeom prst="roundRect">
          <a:avLst/>
        </a:prstGeom>
        <a:solidFill>
          <a:schemeClr val="lt1">
            <a:alpha val="90000"/>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rgbClr val="005288"/>
              </a:solidFill>
            </a:rPr>
            <a:t>Scalability issues</a:t>
          </a:r>
        </a:p>
      </dsp:txBody>
      <dsp:txXfrm>
        <a:off x="3843469" y="441388"/>
        <a:ext cx="2623118" cy="529085"/>
      </dsp:txXfrm>
    </dsp:sp>
    <dsp:sp modelId="{8B2AF144-6EFA-43B2-955B-9FFAE1142D45}">
      <dsp:nvSpPr>
        <dsp:cNvPr id="0" name=""/>
        <dsp:cNvSpPr/>
      </dsp:nvSpPr>
      <dsp:spPr>
        <a:xfrm>
          <a:off x="3814847" y="1072386"/>
          <a:ext cx="2680362" cy="586329"/>
        </a:xfrm>
        <a:prstGeom prst="roundRect">
          <a:avLst/>
        </a:prstGeom>
        <a:solidFill>
          <a:schemeClr val="lt1">
            <a:alpha val="90000"/>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rgbClr val="005288"/>
              </a:solidFill>
            </a:rPr>
            <a:t>Difficulty finding quality developers</a:t>
          </a:r>
        </a:p>
      </dsp:txBody>
      <dsp:txXfrm>
        <a:off x="3843469" y="1101008"/>
        <a:ext cx="2623118" cy="529085"/>
      </dsp:txXfrm>
    </dsp:sp>
    <dsp:sp modelId="{CD6CF7F7-A5A5-487D-A6B7-4AE33E173707}">
      <dsp:nvSpPr>
        <dsp:cNvPr id="0" name=""/>
        <dsp:cNvSpPr/>
      </dsp:nvSpPr>
      <dsp:spPr>
        <a:xfrm>
          <a:off x="3814847" y="1732007"/>
          <a:ext cx="2680362" cy="586329"/>
        </a:xfrm>
        <a:prstGeom prst="roundRect">
          <a:avLst/>
        </a:prstGeom>
        <a:solidFill>
          <a:schemeClr val="lt1">
            <a:alpha val="90000"/>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rgbClr val="005288"/>
              </a:solidFill>
            </a:rPr>
            <a:t>Ruby slow to update it’s languages</a:t>
          </a:r>
        </a:p>
      </dsp:txBody>
      <dsp:txXfrm>
        <a:off x="3843469" y="1760629"/>
        <a:ext cx="2623118" cy="529085"/>
      </dsp:txXfrm>
    </dsp:sp>
    <dsp:sp modelId="{DF0E7297-F167-4D20-A8F6-8B346203EE67}">
      <dsp:nvSpPr>
        <dsp:cNvPr id="0" name=""/>
        <dsp:cNvSpPr/>
      </dsp:nvSpPr>
      <dsp:spPr>
        <a:xfrm>
          <a:off x="3814847" y="2391627"/>
          <a:ext cx="2680362" cy="586329"/>
        </a:xfrm>
        <a:prstGeom prst="roundRect">
          <a:avLst/>
        </a:prstGeom>
        <a:solidFill>
          <a:schemeClr val="lt1">
            <a:alpha val="90000"/>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rgbClr val="005288"/>
              </a:solidFill>
            </a:rPr>
            <a:t>Ruby community slow to update RubyGems</a:t>
          </a:r>
        </a:p>
      </dsp:txBody>
      <dsp:txXfrm>
        <a:off x="3843469" y="2420249"/>
        <a:ext cx="2623118" cy="529085"/>
      </dsp:txXfrm>
    </dsp:sp>
    <dsp:sp modelId="{9CF0B215-265A-460A-B71E-3BB1110506DF}">
      <dsp:nvSpPr>
        <dsp:cNvPr id="0" name=""/>
        <dsp:cNvSpPr/>
      </dsp:nvSpPr>
      <dsp:spPr>
        <a:xfrm>
          <a:off x="3814847" y="3051248"/>
          <a:ext cx="2680362" cy="586329"/>
        </a:xfrm>
        <a:prstGeom prst="roundRect">
          <a:avLst/>
        </a:prstGeom>
        <a:solidFill>
          <a:schemeClr val="lt1">
            <a:alpha val="90000"/>
            <a:hueOff val="0"/>
            <a:satOff val="0"/>
            <a:lumOff val="0"/>
            <a:alphaOff val="0"/>
          </a:schemeClr>
        </a:solidFill>
        <a:ln w="25400" cap="flat" cmpd="sng" algn="ctr">
          <a:solidFill>
            <a:srgbClr val="005288"/>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rgbClr val="005288"/>
              </a:solidFill>
            </a:rPr>
            <a:t>Difficulty locating version change documentation for Rails</a:t>
          </a:r>
        </a:p>
      </dsp:txBody>
      <dsp:txXfrm>
        <a:off x="3843469" y="3079870"/>
        <a:ext cx="2623118" cy="5290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5C07EE-DA1D-4046-B997-DDB3830E93EE}">
      <dsp:nvSpPr>
        <dsp:cNvPr id="0" name=""/>
        <dsp:cNvSpPr/>
      </dsp:nvSpPr>
      <dsp:spPr>
        <a:xfrm>
          <a:off x="1982407" y="1112752"/>
          <a:ext cx="1414357" cy="1223476"/>
        </a:xfrm>
        <a:prstGeom prst="hexagon">
          <a:avLst>
            <a:gd name="adj" fmla="val 28570"/>
            <a:gd name="vf" fmla="val 11547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When infrastructure provider patches operating system </a:t>
          </a:r>
        </a:p>
      </dsp:txBody>
      <dsp:txXfrm>
        <a:off x="2216786" y="1315499"/>
        <a:ext cx="945599" cy="817982"/>
      </dsp:txXfrm>
    </dsp:sp>
    <dsp:sp modelId="{9B187FCD-E58A-4D29-8E1B-880FCC3B5F22}">
      <dsp:nvSpPr>
        <dsp:cNvPr id="0" name=""/>
        <dsp:cNvSpPr/>
      </dsp:nvSpPr>
      <dsp:spPr>
        <a:xfrm>
          <a:off x="2868067" y="527402"/>
          <a:ext cx="533632" cy="459795"/>
        </a:xfrm>
        <a:prstGeom prst="hexagon">
          <a:avLst>
            <a:gd name="adj" fmla="val 28900"/>
            <a:gd name="vf" fmla="val 115470"/>
          </a:avLst>
        </a:prstGeom>
        <a:solidFill>
          <a:srgbClr val="005288"/>
        </a:solidFill>
        <a:ln>
          <a:noFill/>
        </a:ln>
        <a:effectLst/>
      </dsp:spPr>
      <dsp:style>
        <a:lnRef idx="0">
          <a:scrgbClr r="0" g="0" b="0"/>
        </a:lnRef>
        <a:fillRef idx="1">
          <a:scrgbClr r="0" g="0" b="0"/>
        </a:fillRef>
        <a:effectRef idx="0">
          <a:scrgbClr r="0" g="0" b="0"/>
        </a:effectRef>
        <a:fontRef idx="minor"/>
      </dsp:style>
    </dsp:sp>
    <dsp:sp modelId="{F0892737-3881-4863-950C-F1E22F8A1F74}">
      <dsp:nvSpPr>
        <dsp:cNvPr id="0" name=""/>
        <dsp:cNvSpPr/>
      </dsp:nvSpPr>
      <dsp:spPr>
        <a:xfrm>
          <a:off x="2112690" y="0"/>
          <a:ext cx="1159055" cy="1002719"/>
        </a:xfrm>
        <a:prstGeom prst="hexagon">
          <a:avLst>
            <a:gd name="adj" fmla="val 28570"/>
            <a:gd name="vf" fmla="val 11547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Change Ruby </a:t>
          </a:r>
        </a:p>
      </dsp:txBody>
      <dsp:txXfrm>
        <a:off x="2304770" y="166172"/>
        <a:ext cx="774895" cy="670375"/>
      </dsp:txXfrm>
    </dsp:sp>
    <dsp:sp modelId="{13E077B6-7788-4B71-A061-68F65B9B64EE}">
      <dsp:nvSpPr>
        <dsp:cNvPr id="0" name=""/>
        <dsp:cNvSpPr/>
      </dsp:nvSpPr>
      <dsp:spPr>
        <a:xfrm>
          <a:off x="3490858" y="1386974"/>
          <a:ext cx="533632" cy="459795"/>
        </a:xfrm>
        <a:prstGeom prst="hexagon">
          <a:avLst>
            <a:gd name="adj" fmla="val 28900"/>
            <a:gd name="vf" fmla="val 115470"/>
          </a:avLst>
        </a:prstGeom>
        <a:solidFill>
          <a:srgbClr val="005288"/>
        </a:solidFill>
        <a:ln>
          <a:noFill/>
        </a:ln>
        <a:effectLst/>
      </dsp:spPr>
      <dsp:style>
        <a:lnRef idx="0">
          <a:scrgbClr r="0" g="0" b="0"/>
        </a:lnRef>
        <a:fillRef idx="1">
          <a:scrgbClr r="0" g="0" b="0"/>
        </a:fillRef>
        <a:effectRef idx="0">
          <a:scrgbClr r="0" g="0" b="0"/>
        </a:effectRef>
        <a:fontRef idx="minor"/>
      </dsp:style>
    </dsp:sp>
    <dsp:sp modelId="{C6387763-02BA-4CA8-B4D3-3FE56714237B}">
      <dsp:nvSpPr>
        <dsp:cNvPr id="0" name=""/>
        <dsp:cNvSpPr/>
      </dsp:nvSpPr>
      <dsp:spPr>
        <a:xfrm>
          <a:off x="3175679" y="616739"/>
          <a:ext cx="1159055" cy="1002719"/>
        </a:xfrm>
        <a:prstGeom prst="hexagon">
          <a:avLst>
            <a:gd name="adj" fmla="val 28570"/>
            <a:gd name="vf" fmla="val 11547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Change Rails </a:t>
          </a:r>
        </a:p>
      </dsp:txBody>
      <dsp:txXfrm>
        <a:off x="3367759" y="782911"/>
        <a:ext cx="774895" cy="670375"/>
      </dsp:txXfrm>
    </dsp:sp>
    <dsp:sp modelId="{4AF7AB8F-96E4-42D7-BF9C-EFD03B6A175E}">
      <dsp:nvSpPr>
        <dsp:cNvPr id="0" name=""/>
        <dsp:cNvSpPr/>
      </dsp:nvSpPr>
      <dsp:spPr>
        <a:xfrm>
          <a:off x="3058227" y="2357270"/>
          <a:ext cx="533632" cy="459795"/>
        </a:xfrm>
        <a:prstGeom prst="hexagon">
          <a:avLst>
            <a:gd name="adj" fmla="val 28900"/>
            <a:gd name="vf" fmla="val 115470"/>
          </a:avLst>
        </a:prstGeom>
        <a:solidFill>
          <a:srgbClr val="005288"/>
        </a:solidFill>
        <a:ln>
          <a:noFill/>
        </a:ln>
        <a:effectLst/>
      </dsp:spPr>
      <dsp:style>
        <a:lnRef idx="0">
          <a:scrgbClr r="0" g="0" b="0"/>
        </a:lnRef>
        <a:fillRef idx="1">
          <a:scrgbClr r="0" g="0" b="0"/>
        </a:fillRef>
        <a:effectRef idx="0">
          <a:scrgbClr r="0" g="0" b="0"/>
        </a:effectRef>
        <a:fontRef idx="minor"/>
      </dsp:style>
    </dsp:sp>
    <dsp:sp modelId="{940AC5C0-A674-4A36-9EB8-B5B49BC53346}">
      <dsp:nvSpPr>
        <dsp:cNvPr id="0" name=""/>
        <dsp:cNvSpPr/>
      </dsp:nvSpPr>
      <dsp:spPr>
        <a:xfrm>
          <a:off x="3175679" y="1829178"/>
          <a:ext cx="1159055" cy="1002719"/>
        </a:xfrm>
        <a:prstGeom prst="hexagon">
          <a:avLst>
            <a:gd name="adj" fmla="val 28570"/>
            <a:gd name="vf" fmla="val 11547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Change RubyGems files</a:t>
          </a:r>
        </a:p>
      </dsp:txBody>
      <dsp:txXfrm>
        <a:off x="3367759" y="1995350"/>
        <a:ext cx="774895" cy="670375"/>
      </dsp:txXfrm>
    </dsp:sp>
    <dsp:sp modelId="{98BD5BAF-8864-4EA6-924F-BFA39275E538}">
      <dsp:nvSpPr>
        <dsp:cNvPr id="0" name=""/>
        <dsp:cNvSpPr/>
      </dsp:nvSpPr>
      <dsp:spPr>
        <a:xfrm>
          <a:off x="1985039" y="2457990"/>
          <a:ext cx="533632" cy="459795"/>
        </a:xfrm>
        <a:prstGeom prst="hexagon">
          <a:avLst>
            <a:gd name="adj" fmla="val 28900"/>
            <a:gd name="vf" fmla="val 115470"/>
          </a:avLst>
        </a:prstGeom>
        <a:solidFill>
          <a:srgbClr val="005288"/>
        </a:solidFill>
        <a:ln>
          <a:noFill/>
        </a:ln>
        <a:effectLst/>
      </dsp:spPr>
      <dsp:style>
        <a:lnRef idx="0">
          <a:scrgbClr r="0" g="0" b="0"/>
        </a:lnRef>
        <a:fillRef idx="1">
          <a:scrgbClr r="0" g="0" b="0"/>
        </a:fillRef>
        <a:effectRef idx="0">
          <a:scrgbClr r="0" g="0" b="0"/>
        </a:effectRef>
        <a:fontRef idx="minor"/>
      </dsp:style>
    </dsp:sp>
    <dsp:sp modelId="{C87A4300-2847-44C7-86B3-A1F61C7F7FDA}">
      <dsp:nvSpPr>
        <dsp:cNvPr id="0" name=""/>
        <dsp:cNvSpPr/>
      </dsp:nvSpPr>
      <dsp:spPr>
        <a:xfrm>
          <a:off x="2112690" y="2446607"/>
          <a:ext cx="1159055" cy="1002719"/>
        </a:xfrm>
        <a:prstGeom prst="hexagon">
          <a:avLst>
            <a:gd name="adj" fmla="val 28570"/>
            <a:gd name="vf" fmla="val 11547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Rebuild environment</a:t>
          </a:r>
        </a:p>
      </dsp:txBody>
      <dsp:txXfrm>
        <a:off x="2304770" y="2612779"/>
        <a:ext cx="774895" cy="670375"/>
      </dsp:txXfrm>
    </dsp:sp>
    <dsp:sp modelId="{A1B57067-1D0C-4479-B3AC-CDC1473963CE}">
      <dsp:nvSpPr>
        <dsp:cNvPr id="0" name=""/>
        <dsp:cNvSpPr/>
      </dsp:nvSpPr>
      <dsp:spPr>
        <a:xfrm>
          <a:off x="1352049" y="1598763"/>
          <a:ext cx="533632" cy="459795"/>
        </a:xfrm>
        <a:prstGeom prst="hexagon">
          <a:avLst>
            <a:gd name="adj" fmla="val 28900"/>
            <a:gd name="vf" fmla="val 115470"/>
          </a:avLst>
        </a:prstGeom>
        <a:solidFill>
          <a:srgbClr val="005288"/>
        </a:solidFill>
        <a:ln>
          <a:noFill/>
        </a:ln>
        <a:effectLst/>
      </dsp:spPr>
      <dsp:style>
        <a:lnRef idx="0">
          <a:scrgbClr r="0" g="0" b="0"/>
        </a:lnRef>
        <a:fillRef idx="1">
          <a:scrgbClr r="0" g="0" b="0"/>
        </a:fillRef>
        <a:effectRef idx="0">
          <a:scrgbClr r="0" g="0" b="0"/>
        </a:effectRef>
        <a:fontRef idx="minor"/>
      </dsp:style>
    </dsp:sp>
    <dsp:sp modelId="{825884F5-C036-4A96-A142-C241B5082590}">
      <dsp:nvSpPr>
        <dsp:cNvPr id="0" name=""/>
        <dsp:cNvSpPr/>
      </dsp:nvSpPr>
      <dsp:spPr>
        <a:xfrm>
          <a:off x="1044766" y="1829867"/>
          <a:ext cx="1159055" cy="1002719"/>
        </a:xfrm>
        <a:prstGeom prst="hexagon">
          <a:avLst>
            <a:gd name="adj" fmla="val 28570"/>
            <a:gd name="vf" fmla="val 11547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Identify correct Gem Ruby dependencies</a:t>
          </a:r>
        </a:p>
      </dsp:txBody>
      <dsp:txXfrm>
        <a:off x="1236846" y="1996039"/>
        <a:ext cx="774895" cy="670375"/>
      </dsp:txXfrm>
    </dsp:sp>
    <dsp:sp modelId="{68FB4BD0-D246-48C1-B786-901112C11406}">
      <dsp:nvSpPr>
        <dsp:cNvPr id="0" name=""/>
        <dsp:cNvSpPr/>
      </dsp:nvSpPr>
      <dsp:spPr>
        <a:xfrm>
          <a:off x="1044766" y="615359"/>
          <a:ext cx="1159055" cy="1002719"/>
        </a:xfrm>
        <a:prstGeom prst="hexagon">
          <a:avLst>
            <a:gd name="adj" fmla="val 28570"/>
            <a:gd name="vf" fmla="val 11547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Roll all newer code changes to the older code base</a:t>
          </a:r>
        </a:p>
      </dsp:txBody>
      <dsp:txXfrm>
        <a:off x="1236846" y="781531"/>
        <a:ext cx="774895" cy="6703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ABACAC-6612-4AE0-A2BB-9B58D8703D01}">
      <dsp:nvSpPr>
        <dsp:cNvPr id="0" name=""/>
        <dsp:cNvSpPr/>
      </dsp:nvSpPr>
      <dsp:spPr>
        <a:xfrm>
          <a:off x="2242745" y="1612"/>
          <a:ext cx="1610509" cy="477738"/>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Web Framework .NET CORE</a:t>
          </a:r>
        </a:p>
      </dsp:txBody>
      <dsp:txXfrm>
        <a:off x="2256737" y="15604"/>
        <a:ext cx="1582525" cy="449754"/>
      </dsp:txXfrm>
    </dsp:sp>
    <dsp:sp modelId="{A14C3C7F-7CEF-4B00-B1F3-1564A7E78F71}">
      <dsp:nvSpPr>
        <dsp:cNvPr id="0" name=""/>
        <dsp:cNvSpPr/>
      </dsp:nvSpPr>
      <dsp:spPr>
        <a:xfrm rot="5400000">
          <a:off x="2958424" y="491294"/>
          <a:ext cx="179151" cy="214982"/>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dirty="0"/>
        </a:p>
      </dsp:txBody>
      <dsp:txXfrm rot="-5400000">
        <a:off x="2983505" y="509210"/>
        <a:ext cx="128990" cy="125406"/>
      </dsp:txXfrm>
    </dsp:sp>
    <dsp:sp modelId="{4C6FAC7A-9CCF-4D3B-854B-A6B3B4289304}">
      <dsp:nvSpPr>
        <dsp:cNvPr id="0" name=""/>
        <dsp:cNvSpPr/>
      </dsp:nvSpPr>
      <dsp:spPr>
        <a:xfrm>
          <a:off x="2242745" y="718219"/>
          <a:ext cx="1610509" cy="477738"/>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Programming Language .NET, C#</a:t>
          </a:r>
        </a:p>
      </dsp:txBody>
      <dsp:txXfrm>
        <a:off x="2256737" y="732211"/>
        <a:ext cx="1582525" cy="449754"/>
      </dsp:txXfrm>
    </dsp:sp>
    <dsp:sp modelId="{9E1239A4-AA5A-4657-AB7B-26D12EC9A4CA}">
      <dsp:nvSpPr>
        <dsp:cNvPr id="0" name=""/>
        <dsp:cNvSpPr/>
      </dsp:nvSpPr>
      <dsp:spPr>
        <a:xfrm rot="5400000">
          <a:off x="2958424" y="1207901"/>
          <a:ext cx="179151" cy="214982"/>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dirty="0"/>
        </a:p>
      </dsp:txBody>
      <dsp:txXfrm rot="-5400000">
        <a:off x="2983505" y="1225817"/>
        <a:ext cx="128990" cy="125406"/>
      </dsp:txXfrm>
    </dsp:sp>
    <dsp:sp modelId="{26CBD829-447E-48B5-BBBB-690537328E21}">
      <dsp:nvSpPr>
        <dsp:cNvPr id="0" name=""/>
        <dsp:cNvSpPr/>
      </dsp:nvSpPr>
      <dsp:spPr>
        <a:xfrm>
          <a:off x="2242745" y="1434827"/>
          <a:ext cx="1610509" cy="477738"/>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Database MicrosoftSQL</a:t>
          </a:r>
        </a:p>
      </dsp:txBody>
      <dsp:txXfrm>
        <a:off x="2256737" y="1448819"/>
        <a:ext cx="1582525" cy="449754"/>
      </dsp:txXfrm>
    </dsp:sp>
    <dsp:sp modelId="{6716D68B-D861-4141-89CA-DBA6503C9596}">
      <dsp:nvSpPr>
        <dsp:cNvPr id="0" name=""/>
        <dsp:cNvSpPr/>
      </dsp:nvSpPr>
      <dsp:spPr>
        <a:xfrm rot="5400000">
          <a:off x="2958424" y="1924508"/>
          <a:ext cx="179151" cy="214982"/>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dirty="0"/>
        </a:p>
      </dsp:txBody>
      <dsp:txXfrm rot="-5400000">
        <a:off x="2983505" y="1942424"/>
        <a:ext cx="128990" cy="125406"/>
      </dsp:txXfrm>
    </dsp:sp>
    <dsp:sp modelId="{69E93912-478F-4AE0-88BF-74A4294B76E9}">
      <dsp:nvSpPr>
        <dsp:cNvPr id="0" name=""/>
        <dsp:cNvSpPr/>
      </dsp:nvSpPr>
      <dsp:spPr>
        <a:xfrm>
          <a:off x="2242745" y="2151434"/>
          <a:ext cx="1610509" cy="477738"/>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Internet Information Services Webserver</a:t>
          </a:r>
        </a:p>
      </dsp:txBody>
      <dsp:txXfrm>
        <a:off x="2256737" y="2165426"/>
        <a:ext cx="1582525" cy="449754"/>
      </dsp:txXfrm>
    </dsp:sp>
    <dsp:sp modelId="{F77786A5-4CC8-4EF1-9DE5-F02F1824E9BC}">
      <dsp:nvSpPr>
        <dsp:cNvPr id="0" name=""/>
        <dsp:cNvSpPr/>
      </dsp:nvSpPr>
      <dsp:spPr>
        <a:xfrm rot="5400000">
          <a:off x="2958424" y="2641116"/>
          <a:ext cx="179151" cy="214982"/>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dirty="0"/>
        </a:p>
      </dsp:txBody>
      <dsp:txXfrm rot="-5400000">
        <a:off x="2983505" y="2659032"/>
        <a:ext cx="128990" cy="125406"/>
      </dsp:txXfrm>
    </dsp:sp>
    <dsp:sp modelId="{5B9068A9-2166-447A-A6CA-D05E378B6185}">
      <dsp:nvSpPr>
        <dsp:cNvPr id="0" name=""/>
        <dsp:cNvSpPr/>
      </dsp:nvSpPr>
      <dsp:spPr>
        <a:xfrm>
          <a:off x="2242745" y="2868041"/>
          <a:ext cx="1610509" cy="477738"/>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Operating System Windows Server</a:t>
          </a:r>
        </a:p>
      </dsp:txBody>
      <dsp:txXfrm>
        <a:off x="2256737" y="2882033"/>
        <a:ext cx="1582525" cy="449754"/>
      </dsp:txXfrm>
    </dsp:sp>
    <dsp:sp modelId="{03200B59-9192-4BC5-B8A7-1482AC19134D}">
      <dsp:nvSpPr>
        <dsp:cNvPr id="0" name=""/>
        <dsp:cNvSpPr/>
      </dsp:nvSpPr>
      <dsp:spPr>
        <a:xfrm rot="5400000">
          <a:off x="2958424" y="3357723"/>
          <a:ext cx="179151" cy="214982"/>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dirty="0"/>
        </a:p>
      </dsp:txBody>
      <dsp:txXfrm rot="-5400000">
        <a:off x="2983505" y="3375639"/>
        <a:ext cx="128990" cy="125406"/>
      </dsp:txXfrm>
    </dsp:sp>
    <dsp:sp modelId="{1035021B-B299-4D9E-88B2-2E7FB418D442}">
      <dsp:nvSpPr>
        <dsp:cNvPr id="0" name=""/>
        <dsp:cNvSpPr/>
      </dsp:nvSpPr>
      <dsp:spPr>
        <a:xfrm>
          <a:off x="2242745" y="3584649"/>
          <a:ext cx="1610509" cy="477738"/>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Server DC1/Azure</a:t>
          </a:r>
        </a:p>
      </dsp:txBody>
      <dsp:txXfrm>
        <a:off x="2256737" y="3598641"/>
        <a:ext cx="1582525" cy="44975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BA1759-48DD-4FAD-8EB0-7D1006D66EFB}">
      <dsp:nvSpPr>
        <dsp:cNvPr id="0" name=""/>
        <dsp:cNvSpPr/>
      </dsp:nvSpPr>
      <dsp:spPr>
        <a:xfrm>
          <a:off x="2069812" y="928"/>
          <a:ext cx="1292888" cy="345490"/>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Java Script</a:t>
          </a:r>
        </a:p>
      </dsp:txBody>
      <dsp:txXfrm>
        <a:off x="2079931" y="11047"/>
        <a:ext cx="1272650" cy="325252"/>
      </dsp:txXfrm>
    </dsp:sp>
    <dsp:sp modelId="{0582D123-B7D8-4C3D-A66F-4FAC7F4E5A47}">
      <dsp:nvSpPr>
        <dsp:cNvPr id="0" name=""/>
        <dsp:cNvSpPr/>
      </dsp:nvSpPr>
      <dsp:spPr>
        <a:xfrm rot="5400000">
          <a:off x="2651477" y="355056"/>
          <a:ext cx="129558" cy="155470"/>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dirty="0"/>
        </a:p>
      </dsp:txBody>
      <dsp:txXfrm rot="-5400000">
        <a:off x="2669616" y="368012"/>
        <a:ext cx="93282" cy="90691"/>
      </dsp:txXfrm>
    </dsp:sp>
    <dsp:sp modelId="{360823AA-CAEF-45B4-A248-CCD0E9BA6A9D}">
      <dsp:nvSpPr>
        <dsp:cNvPr id="0" name=""/>
        <dsp:cNvSpPr/>
      </dsp:nvSpPr>
      <dsp:spPr>
        <a:xfrm>
          <a:off x="2069812" y="519163"/>
          <a:ext cx="1292888" cy="345490"/>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CSS</a:t>
          </a:r>
        </a:p>
      </dsp:txBody>
      <dsp:txXfrm>
        <a:off x="2079931" y="529282"/>
        <a:ext cx="1272650" cy="325252"/>
      </dsp:txXfrm>
    </dsp:sp>
    <dsp:sp modelId="{5FF6C6A7-DF7B-4E0A-81C9-A5891B4ACB68}">
      <dsp:nvSpPr>
        <dsp:cNvPr id="0" name=""/>
        <dsp:cNvSpPr/>
      </dsp:nvSpPr>
      <dsp:spPr>
        <a:xfrm rot="5400000">
          <a:off x="2651477" y="873291"/>
          <a:ext cx="129558" cy="155470"/>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dirty="0"/>
        </a:p>
      </dsp:txBody>
      <dsp:txXfrm rot="-5400000">
        <a:off x="2669616" y="886247"/>
        <a:ext cx="93282" cy="90691"/>
      </dsp:txXfrm>
    </dsp:sp>
    <dsp:sp modelId="{FDC3A29D-D9D2-4E3B-9036-B923F191A72F}">
      <dsp:nvSpPr>
        <dsp:cNvPr id="0" name=""/>
        <dsp:cNvSpPr/>
      </dsp:nvSpPr>
      <dsp:spPr>
        <a:xfrm>
          <a:off x="2069812" y="1037399"/>
          <a:ext cx="1292888" cy="345490"/>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HTML</a:t>
          </a:r>
        </a:p>
      </dsp:txBody>
      <dsp:txXfrm>
        <a:off x="2079931" y="1047518"/>
        <a:ext cx="1272650" cy="325252"/>
      </dsp:txXfrm>
    </dsp:sp>
    <dsp:sp modelId="{0D1484D5-EA4C-4643-8765-22062D087679}">
      <dsp:nvSpPr>
        <dsp:cNvPr id="0" name=""/>
        <dsp:cNvSpPr/>
      </dsp:nvSpPr>
      <dsp:spPr>
        <a:xfrm rot="5400000">
          <a:off x="2651477" y="1391526"/>
          <a:ext cx="129558" cy="155470"/>
        </a:xfrm>
        <a:prstGeom prst="rightArrow">
          <a:avLst>
            <a:gd name="adj1" fmla="val 60000"/>
            <a:gd name="adj2" fmla="val 50000"/>
          </a:avLst>
        </a:prstGeom>
        <a:solidFill>
          <a:srgbClr val="005288"/>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dirty="0"/>
        </a:p>
      </dsp:txBody>
      <dsp:txXfrm rot="-5400000">
        <a:off x="2669616" y="1404482"/>
        <a:ext cx="93282" cy="90691"/>
      </dsp:txXfrm>
    </dsp:sp>
    <dsp:sp modelId="{33A87227-F779-4926-9403-3468024652F0}">
      <dsp:nvSpPr>
        <dsp:cNvPr id="0" name=""/>
        <dsp:cNvSpPr/>
      </dsp:nvSpPr>
      <dsp:spPr>
        <a:xfrm>
          <a:off x="2069812" y="1555634"/>
          <a:ext cx="1292888" cy="345490"/>
        </a:xfrm>
        <a:prstGeom prst="roundRect">
          <a:avLst>
            <a:gd name="adj" fmla="val 10000"/>
          </a:avLst>
        </a:prstGeom>
        <a:solidFill>
          <a:srgbClr val="00528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User Browser</a:t>
          </a:r>
        </a:p>
      </dsp:txBody>
      <dsp:txXfrm>
        <a:off x="2079931" y="1565753"/>
        <a:ext cx="1272650" cy="325252"/>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FA24478-A1CE-7F46-8BA1-64AE6022B7CA}"/>
              </a:ext>
            </a:extLst>
          </p:cNvPr>
          <p:cNvSpPr>
            <a:spLocks noGrp="1" noChangeArrowheads="1"/>
          </p:cNvSpPr>
          <p:nvPr>
            <p:ph type="hdr" sz="quarter"/>
          </p:nvPr>
        </p:nvSpPr>
        <p:spPr bwMode="auto">
          <a:xfrm>
            <a:off x="0" y="0"/>
            <a:ext cx="2981325" cy="458788"/>
          </a:xfrm>
          <a:prstGeom prst="rect">
            <a:avLst/>
          </a:prstGeom>
          <a:noFill/>
          <a:ln w="9525">
            <a:noFill/>
            <a:miter lim="800000"/>
            <a:headEnd/>
            <a:tailEnd/>
          </a:ln>
          <a:effectLst/>
        </p:spPr>
        <p:txBody>
          <a:bodyPr vert="horz" wrap="square" lIns="91634" tIns="45817" rIns="91634" bIns="45817" numCol="1" anchor="t" anchorCtr="0" compatLnSpc="1">
            <a:prstTxWarp prst="textNoShape">
              <a:avLst/>
            </a:prstTxWarp>
          </a:bodyPr>
          <a:lstStyle>
            <a:lvl1pPr>
              <a:defRPr sz="1200">
                <a:latin typeface="Times" pitchFamily="18" charset="0"/>
              </a:defRPr>
            </a:lvl1pPr>
          </a:lstStyle>
          <a:p>
            <a:pPr>
              <a:defRPr/>
            </a:pPr>
            <a:endParaRPr lang="en-US" dirty="0"/>
          </a:p>
        </p:txBody>
      </p:sp>
      <p:sp>
        <p:nvSpPr>
          <p:cNvPr id="14339" name="Rectangle 3">
            <a:extLst>
              <a:ext uri="{FF2B5EF4-FFF2-40B4-BE49-F238E27FC236}">
                <a16:creationId xmlns:a16="http://schemas.microsoft.com/office/drawing/2014/main" id="{8B291239-1F81-6C4A-BEE1-05E869C86F5C}"/>
              </a:ext>
            </a:extLst>
          </p:cNvPr>
          <p:cNvSpPr>
            <a:spLocks noGrp="1" noChangeArrowheads="1"/>
          </p:cNvSpPr>
          <p:nvPr>
            <p:ph type="dt" sz="quarter" idx="1"/>
          </p:nvPr>
        </p:nvSpPr>
        <p:spPr bwMode="auto">
          <a:xfrm>
            <a:off x="3895725" y="0"/>
            <a:ext cx="2981325" cy="458788"/>
          </a:xfrm>
          <a:prstGeom prst="rect">
            <a:avLst/>
          </a:prstGeom>
          <a:noFill/>
          <a:ln w="9525">
            <a:noFill/>
            <a:miter lim="800000"/>
            <a:headEnd/>
            <a:tailEnd/>
          </a:ln>
          <a:effectLst/>
        </p:spPr>
        <p:txBody>
          <a:bodyPr vert="horz" wrap="square" lIns="91634" tIns="45817" rIns="91634" bIns="45817" numCol="1" anchor="t" anchorCtr="0" compatLnSpc="1">
            <a:prstTxWarp prst="textNoShape">
              <a:avLst/>
            </a:prstTxWarp>
          </a:bodyPr>
          <a:lstStyle>
            <a:lvl1pPr algn="r">
              <a:defRPr sz="1200">
                <a:latin typeface="Times" pitchFamily="18" charset="0"/>
              </a:defRPr>
            </a:lvl1pPr>
          </a:lstStyle>
          <a:p>
            <a:pPr>
              <a:defRPr/>
            </a:pPr>
            <a:endParaRPr lang="en-US" dirty="0"/>
          </a:p>
        </p:txBody>
      </p:sp>
      <p:sp>
        <p:nvSpPr>
          <p:cNvPr id="14340" name="Rectangle 4">
            <a:extLst>
              <a:ext uri="{FF2B5EF4-FFF2-40B4-BE49-F238E27FC236}">
                <a16:creationId xmlns:a16="http://schemas.microsoft.com/office/drawing/2014/main" id="{A8C0CE4E-D82E-5341-8AEE-73B0164A3BCB}"/>
              </a:ext>
            </a:extLst>
          </p:cNvPr>
          <p:cNvSpPr>
            <a:spLocks noGrp="1" noChangeArrowheads="1"/>
          </p:cNvSpPr>
          <p:nvPr>
            <p:ph type="ftr" sz="quarter" idx="2"/>
          </p:nvPr>
        </p:nvSpPr>
        <p:spPr bwMode="auto">
          <a:xfrm>
            <a:off x="0" y="8704263"/>
            <a:ext cx="2981325" cy="458787"/>
          </a:xfrm>
          <a:prstGeom prst="rect">
            <a:avLst/>
          </a:prstGeom>
          <a:noFill/>
          <a:ln w="9525">
            <a:noFill/>
            <a:miter lim="800000"/>
            <a:headEnd/>
            <a:tailEnd/>
          </a:ln>
          <a:effectLst/>
        </p:spPr>
        <p:txBody>
          <a:bodyPr vert="horz" wrap="square" lIns="91634" tIns="45817" rIns="91634" bIns="45817" numCol="1" anchor="b" anchorCtr="0" compatLnSpc="1">
            <a:prstTxWarp prst="textNoShape">
              <a:avLst/>
            </a:prstTxWarp>
          </a:bodyPr>
          <a:lstStyle>
            <a:lvl1pPr>
              <a:defRPr sz="1200">
                <a:latin typeface="Times" pitchFamily="18" charset="0"/>
              </a:defRPr>
            </a:lvl1pPr>
          </a:lstStyle>
          <a:p>
            <a:pPr>
              <a:defRPr/>
            </a:pPr>
            <a:endParaRPr lang="en-US" dirty="0"/>
          </a:p>
        </p:txBody>
      </p:sp>
      <p:sp>
        <p:nvSpPr>
          <p:cNvPr id="14341" name="Rectangle 5">
            <a:extLst>
              <a:ext uri="{FF2B5EF4-FFF2-40B4-BE49-F238E27FC236}">
                <a16:creationId xmlns:a16="http://schemas.microsoft.com/office/drawing/2014/main" id="{25A0C634-9D1D-964C-B369-B5DC459659D6}"/>
              </a:ext>
            </a:extLst>
          </p:cNvPr>
          <p:cNvSpPr>
            <a:spLocks noGrp="1" noChangeArrowheads="1"/>
          </p:cNvSpPr>
          <p:nvPr>
            <p:ph type="sldNum" sz="quarter" idx="3"/>
          </p:nvPr>
        </p:nvSpPr>
        <p:spPr bwMode="auto">
          <a:xfrm>
            <a:off x="3895725" y="8704263"/>
            <a:ext cx="2981325" cy="458787"/>
          </a:xfrm>
          <a:prstGeom prst="rect">
            <a:avLst/>
          </a:prstGeom>
          <a:noFill/>
          <a:ln w="9525">
            <a:noFill/>
            <a:miter lim="800000"/>
            <a:headEnd/>
            <a:tailEnd/>
          </a:ln>
          <a:effectLst/>
        </p:spPr>
        <p:txBody>
          <a:bodyPr vert="horz" wrap="square" lIns="91634" tIns="45817" rIns="91634" bIns="45817" numCol="1" anchor="b" anchorCtr="0" compatLnSpc="1">
            <a:prstTxWarp prst="textNoShape">
              <a:avLst/>
            </a:prstTxWarp>
          </a:bodyPr>
          <a:lstStyle>
            <a:lvl1pPr algn="r">
              <a:defRPr sz="1200">
                <a:latin typeface="Times" panose="02020603050405020304" pitchFamily="18" charset="0"/>
              </a:defRPr>
            </a:lvl1pPr>
          </a:lstStyle>
          <a:p>
            <a:pPr>
              <a:defRPr/>
            </a:pPr>
            <a:fld id="{1AFDD2BA-B48E-4478-B882-C78BA95BEBB2}"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B6D4B729-AA3D-AC43-ABA9-6A001E8F2102}"/>
              </a:ext>
            </a:extLst>
          </p:cNvPr>
          <p:cNvSpPr>
            <a:spLocks noGrp="1" noChangeArrowheads="1"/>
          </p:cNvSpPr>
          <p:nvPr>
            <p:ph type="hdr" sz="quarter"/>
          </p:nvPr>
        </p:nvSpPr>
        <p:spPr bwMode="auto">
          <a:xfrm>
            <a:off x="0" y="0"/>
            <a:ext cx="2957513" cy="447675"/>
          </a:xfrm>
          <a:prstGeom prst="rect">
            <a:avLst/>
          </a:prstGeom>
          <a:noFill/>
          <a:ln w="9525">
            <a:noFill/>
            <a:miter lim="800000"/>
            <a:headEnd/>
            <a:tailEnd/>
          </a:ln>
          <a:effectLst/>
        </p:spPr>
        <p:txBody>
          <a:bodyPr vert="horz" wrap="square" lIns="89094" tIns="44547" rIns="89094" bIns="44547" numCol="1" anchor="t" anchorCtr="0" compatLnSpc="1">
            <a:prstTxWarp prst="textNoShape">
              <a:avLst/>
            </a:prstTxWarp>
          </a:bodyPr>
          <a:lstStyle>
            <a:lvl1pPr defTabSz="892175">
              <a:defRPr sz="1200">
                <a:latin typeface="Times" pitchFamily="18" charset="0"/>
              </a:defRPr>
            </a:lvl1pPr>
          </a:lstStyle>
          <a:p>
            <a:pPr>
              <a:defRPr/>
            </a:pPr>
            <a:endParaRPr lang="en-US" dirty="0"/>
          </a:p>
        </p:txBody>
      </p:sp>
      <p:sp>
        <p:nvSpPr>
          <p:cNvPr id="16387" name="Rectangle 3">
            <a:extLst>
              <a:ext uri="{FF2B5EF4-FFF2-40B4-BE49-F238E27FC236}">
                <a16:creationId xmlns:a16="http://schemas.microsoft.com/office/drawing/2014/main" id="{F446275A-6C3C-9644-B67F-6031033EE471}"/>
              </a:ext>
            </a:extLst>
          </p:cNvPr>
          <p:cNvSpPr>
            <a:spLocks noGrp="1" noChangeArrowheads="1"/>
          </p:cNvSpPr>
          <p:nvPr>
            <p:ph type="dt" idx="1"/>
          </p:nvPr>
        </p:nvSpPr>
        <p:spPr bwMode="auto">
          <a:xfrm>
            <a:off x="3919538" y="0"/>
            <a:ext cx="2957512" cy="447675"/>
          </a:xfrm>
          <a:prstGeom prst="rect">
            <a:avLst/>
          </a:prstGeom>
          <a:noFill/>
          <a:ln w="9525">
            <a:noFill/>
            <a:miter lim="800000"/>
            <a:headEnd/>
            <a:tailEnd/>
          </a:ln>
          <a:effectLst/>
        </p:spPr>
        <p:txBody>
          <a:bodyPr vert="horz" wrap="square" lIns="89094" tIns="44547" rIns="89094" bIns="44547" numCol="1" anchor="t" anchorCtr="0" compatLnSpc="1">
            <a:prstTxWarp prst="textNoShape">
              <a:avLst/>
            </a:prstTxWarp>
          </a:bodyPr>
          <a:lstStyle>
            <a:lvl1pPr algn="r" defTabSz="892175">
              <a:defRPr sz="1200">
                <a:latin typeface="Times" pitchFamily="18" charset="0"/>
              </a:defRPr>
            </a:lvl1pPr>
          </a:lstStyle>
          <a:p>
            <a:pPr>
              <a:defRPr/>
            </a:pPr>
            <a:endParaRPr lang="en-US" dirty="0"/>
          </a:p>
        </p:txBody>
      </p:sp>
      <p:sp>
        <p:nvSpPr>
          <p:cNvPr id="17412" name="Rectangle 4"/>
          <p:cNvSpPr>
            <a:spLocks noGrp="1" noRot="1" noChangeAspect="1" noChangeArrowheads="1" noTextEdit="1"/>
          </p:cNvSpPr>
          <p:nvPr>
            <p:ph type="sldImg" idx="2"/>
          </p:nvPr>
        </p:nvSpPr>
        <p:spPr bwMode="auto">
          <a:xfrm>
            <a:off x="1192213" y="669925"/>
            <a:ext cx="4567237" cy="34258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9" name="Rectangle 5">
            <a:extLst>
              <a:ext uri="{FF2B5EF4-FFF2-40B4-BE49-F238E27FC236}">
                <a16:creationId xmlns:a16="http://schemas.microsoft.com/office/drawing/2014/main" id="{66E28B01-3ADE-7F4D-84E0-8AE922B12C95}"/>
              </a:ext>
            </a:extLst>
          </p:cNvPr>
          <p:cNvSpPr>
            <a:spLocks noGrp="1" noChangeArrowheads="1"/>
          </p:cNvSpPr>
          <p:nvPr>
            <p:ph type="body" sz="quarter" idx="3"/>
          </p:nvPr>
        </p:nvSpPr>
        <p:spPr bwMode="auto">
          <a:xfrm>
            <a:off x="887413" y="4319588"/>
            <a:ext cx="5102225" cy="4171950"/>
          </a:xfrm>
          <a:prstGeom prst="rect">
            <a:avLst/>
          </a:prstGeom>
          <a:noFill/>
          <a:ln w="9525">
            <a:noFill/>
            <a:miter lim="800000"/>
            <a:headEnd/>
            <a:tailEnd/>
          </a:ln>
          <a:effectLst/>
        </p:spPr>
        <p:txBody>
          <a:bodyPr vert="horz" wrap="square" lIns="89094" tIns="44547" rIns="89094" bIns="4454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a:extLst>
              <a:ext uri="{FF2B5EF4-FFF2-40B4-BE49-F238E27FC236}">
                <a16:creationId xmlns:a16="http://schemas.microsoft.com/office/drawing/2014/main" id="{DD97344A-31D7-764B-B2D0-DC1EBEA57B4E}"/>
              </a:ext>
            </a:extLst>
          </p:cNvPr>
          <p:cNvSpPr>
            <a:spLocks noGrp="1" noChangeArrowheads="1"/>
          </p:cNvSpPr>
          <p:nvPr>
            <p:ph type="ftr" sz="quarter" idx="4"/>
          </p:nvPr>
        </p:nvSpPr>
        <p:spPr bwMode="auto">
          <a:xfrm>
            <a:off x="0" y="8713788"/>
            <a:ext cx="2957513" cy="447675"/>
          </a:xfrm>
          <a:prstGeom prst="rect">
            <a:avLst/>
          </a:prstGeom>
          <a:noFill/>
          <a:ln w="9525">
            <a:noFill/>
            <a:miter lim="800000"/>
            <a:headEnd/>
            <a:tailEnd/>
          </a:ln>
          <a:effectLst/>
        </p:spPr>
        <p:txBody>
          <a:bodyPr vert="horz" wrap="square" lIns="89094" tIns="44547" rIns="89094" bIns="44547" numCol="1" anchor="b" anchorCtr="0" compatLnSpc="1">
            <a:prstTxWarp prst="textNoShape">
              <a:avLst/>
            </a:prstTxWarp>
          </a:bodyPr>
          <a:lstStyle>
            <a:lvl1pPr defTabSz="892175">
              <a:defRPr sz="1200">
                <a:latin typeface="Times" pitchFamily="18" charset="0"/>
              </a:defRPr>
            </a:lvl1pPr>
          </a:lstStyle>
          <a:p>
            <a:pPr>
              <a:defRPr/>
            </a:pPr>
            <a:endParaRPr lang="en-US" dirty="0"/>
          </a:p>
        </p:txBody>
      </p:sp>
      <p:sp>
        <p:nvSpPr>
          <p:cNvPr id="16391" name="Rectangle 7">
            <a:extLst>
              <a:ext uri="{FF2B5EF4-FFF2-40B4-BE49-F238E27FC236}">
                <a16:creationId xmlns:a16="http://schemas.microsoft.com/office/drawing/2014/main" id="{E4AE7837-02AB-3942-8B4E-8E613C6433D0}"/>
              </a:ext>
            </a:extLst>
          </p:cNvPr>
          <p:cNvSpPr>
            <a:spLocks noGrp="1" noChangeArrowheads="1"/>
          </p:cNvSpPr>
          <p:nvPr>
            <p:ph type="sldNum" sz="quarter" idx="5"/>
          </p:nvPr>
        </p:nvSpPr>
        <p:spPr bwMode="auto">
          <a:xfrm>
            <a:off x="3919538" y="8713788"/>
            <a:ext cx="2957512" cy="447675"/>
          </a:xfrm>
          <a:prstGeom prst="rect">
            <a:avLst/>
          </a:prstGeom>
          <a:noFill/>
          <a:ln w="9525">
            <a:noFill/>
            <a:miter lim="800000"/>
            <a:headEnd/>
            <a:tailEnd/>
          </a:ln>
          <a:effectLst/>
        </p:spPr>
        <p:txBody>
          <a:bodyPr vert="horz" wrap="square" lIns="89094" tIns="44547" rIns="89094" bIns="44547" numCol="1" anchor="b" anchorCtr="0" compatLnSpc="1">
            <a:prstTxWarp prst="textNoShape">
              <a:avLst/>
            </a:prstTxWarp>
          </a:bodyPr>
          <a:lstStyle>
            <a:lvl1pPr algn="r" defTabSz="892175">
              <a:defRPr sz="1200">
                <a:latin typeface="Times" panose="02020603050405020304" pitchFamily="18" charset="0"/>
              </a:defRPr>
            </a:lvl1pPr>
          </a:lstStyle>
          <a:p>
            <a:pPr>
              <a:defRPr/>
            </a:pPr>
            <a:fld id="{BEFF9DE7-2E46-48FB-A1A9-93EAFBAA999D}"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rgbClr val="333333"/>
        </a:solidFill>
        <a:latin typeface="Times" pitchFamily="18" charset="0"/>
        <a:ea typeface="+mn-ea"/>
        <a:cs typeface="+mn-cs"/>
      </a:defRPr>
    </a:lvl1pPr>
    <a:lvl2pPr marL="457200" algn="l" rtl="0" eaLnBrk="0" fontAlgn="base" hangingPunct="0">
      <a:spcBef>
        <a:spcPct val="30000"/>
      </a:spcBef>
      <a:spcAft>
        <a:spcPct val="0"/>
      </a:spcAft>
      <a:defRPr sz="1200" kern="1200">
        <a:solidFill>
          <a:srgbClr val="333333"/>
        </a:solidFill>
        <a:latin typeface="Times" pitchFamily="18" charset="0"/>
        <a:ea typeface="+mn-ea"/>
        <a:cs typeface="+mn-cs"/>
      </a:defRPr>
    </a:lvl2pPr>
    <a:lvl3pPr marL="914400" algn="l" rtl="0" eaLnBrk="0" fontAlgn="base" hangingPunct="0">
      <a:spcBef>
        <a:spcPct val="30000"/>
      </a:spcBef>
      <a:spcAft>
        <a:spcPct val="0"/>
      </a:spcAft>
      <a:defRPr sz="1200" kern="1200">
        <a:solidFill>
          <a:srgbClr val="333333"/>
        </a:solidFill>
        <a:latin typeface="Times" pitchFamily="18" charset="0"/>
        <a:ea typeface="+mn-ea"/>
        <a:cs typeface="+mn-cs"/>
      </a:defRPr>
    </a:lvl3pPr>
    <a:lvl4pPr marL="1371600" algn="l" rtl="0" eaLnBrk="0" fontAlgn="base" hangingPunct="0">
      <a:spcBef>
        <a:spcPct val="30000"/>
      </a:spcBef>
      <a:spcAft>
        <a:spcPct val="0"/>
      </a:spcAft>
      <a:defRPr sz="1200" kern="1200">
        <a:solidFill>
          <a:srgbClr val="333333"/>
        </a:solidFill>
        <a:latin typeface="Times" pitchFamily="18" charset="0"/>
        <a:ea typeface="+mn-ea"/>
        <a:cs typeface="+mn-cs"/>
      </a:defRPr>
    </a:lvl4pPr>
    <a:lvl5pPr marL="1828800" algn="l" rtl="0" eaLnBrk="0" fontAlgn="base" hangingPunct="0">
      <a:spcBef>
        <a:spcPct val="30000"/>
      </a:spcBef>
      <a:spcAft>
        <a:spcPct val="0"/>
      </a:spcAft>
      <a:defRPr sz="1200" kern="1200">
        <a:solidFill>
          <a:srgbClr val="333333"/>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p:cNvSpPr>
            <a:spLocks noGrp="1" noRot="1" noChangeAspect="1" noChangeArrowheads="1" noTextEdit="1"/>
          </p:cNvSpPr>
          <p:nvPr>
            <p:ph type="sldImg"/>
          </p:nvPr>
        </p:nvSpPr>
        <p:spPr>
          <a:ln/>
        </p:spPr>
      </p:sp>
      <p:sp>
        <p:nvSpPr>
          <p:cNvPr id="39938" name="Notes Placeholder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Change Presenter’s Name and Date in Slide Master view.</a:t>
            </a:r>
          </a:p>
        </p:txBody>
      </p:sp>
      <p:sp>
        <p:nvSpPr>
          <p:cNvPr id="39939" name="Slide Number Placeholder 3"/>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defRPr sz="2400">
                <a:solidFill>
                  <a:schemeClr val="tx1"/>
                </a:solidFill>
                <a:latin typeface="Arial" panose="020B0604020202020204" pitchFamily="34" charset="0"/>
              </a:defRPr>
            </a:lvl1pPr>
            <a:lvl2pPr marL="742950" indent="-285750" defTabSz="892175">
              <a:defRPr sz="2400">
                <a:solidFill>
                  <a:schemeClr val="tx1"/>
                </a:solidFill>
                <a:latin typeface="Arial" panose="020B0604020202020204" pitchFamily="34" charset="0"/>
              </a:defRPr>
            </a:lvl2pPr>
            <a:lvl3pPr marL="1143000" indent="-228600" defTabSz="892175">
              <a:defRPr sz="2400">
                <a:solidFill>
                  <a:schemeClr val="tx1"/>
                </a:solidFill>
                <a:latin typeface="Arial" panose="020B0604020202020204" pitchFamily="34" charset="0"/>
              </a:defRPr>
            </a:lvl3pPr>
            <a:lvl4pPr marL="1600200" indent="-228600" defTabSz="892175">
              <a:defRPr sz="2400">
                <a:solidFill>
                  <a:schemeClr val="tx1"/>
                </a:solidFill>
                <a:latin typeface="Arial" panose="020B0604020202020204" pitchFamily="34" charset="0"/>
              </a:defRPr>
            </a:lvl4pPr>
            <a:lvl5pPr marL="2057400" indent="-228600" defTabSz="892175">
              <a:defRPr sz="2400">
                <a:solidFill>
                  <a:schemeClr val="tx1"/>
                </a:solidFill>
                <a:latin typeface="Arial" panose="020B0604020202020204" pitchFamily="34" charset="0"/>
              </a:defRPr>
            </a:lvl5pPr>
            <a:lvl6pPr marL="2514600" indent="-228600" defTabSz="892175"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892175"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892175"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892175" eaLnBrk="0" fontAlgn="base" hangingPunct="0">
              <a:spcBef>
                <a:spcPct val="0"/>
              </a:spcBef>
              <a:spcAft>
                <a:spcPct val="0"/>
              </a:spcAft>
              <a:defRPr sz="2400">
                <a:solidFill>
                  <a:schemeClr val="tx1"/>
                </a:solidFill>
                <a:latin typeface="Arial" panose="020B0604020202020204" pitchFamily="34" charset="0"/>
              </a:defRPr>
            </a:lvl9pPr>
          </a:lstStyle>
          <a:p>
            <a:fld id="{9E0A7836-E707-40F2-A83F-0C0174568B29}" type="slidenum">
              <a:rPr lang="en-US" altLang="en-US" sz="1200" smtClean="0">
                <a:latin typeface="Times" panose="02020603050405020304" pitchFamily="18" charset="0"/>
              </a:rPr>
              <a:pPr/>
              <a:t>1</a:t>
            </a:fld>
            <a:endParaRPr lang="en-US" altLang="en-US" sz="1200" dirty="0">
              <a:latin typeface="Times"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BEFF9DE7-2E46-48FB-A1A9-93EAFBAA999D}" type="slidenum">
              <a:rPr lang="en-US" altLang="en-US" smtClean="0"/>
              <a:pPr>
                <a:defRPr/>
              </a:pPr>
              <a:t>2</a:t>
            </a:fld>
            <a:endParaRPr lang="en-US" altLang="en-US" dirty="0"/>
          </a:p>
        </p:txBody>
      </p:sp>
    </p:spTree>
    <p:extLst>
      <p:ext uri="{BB962C8B-B14F-4D97-AF65-F5344CB8AC3E}">
        <p14:creationId xmlns:p14="http://schemas.microsoft.com/office/powerpoint/2010/main" val="405364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BEFF9DE7-2E46-48FB-A1A9-93EAFBAA999D}" type="slidenum">
              <a:rPr lang="en-US" altLang="en-US" smtClean="0"/>
              <a:pPr>
                <a:defRPr/>
              </a:pPr>
              <a:t>3</a:t>
            </a:fld>
            <a:endParaRPr lang="en-US" altLang="en-US" dirty="0"/>
          </a:p>
        </p:txBody>
      </p:sp>
    </p:spTree>
    <p:extLst>
      <p:ext uri="{BB962C8B-B14F-4D97-AF65-F5344CB8AC3E}">
        <p14:creationId xmlns:p14="http://schemas.microsoft.com/office/powerpoint/2010/main" val="3976507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BEFF9DE7-2E46-48FB-A1A9-93EAFBAA999D}" type="slidenum">
              <a:rPr lang="en-US" altLang="en-US" smtClean="0"/>
              <a:pPr>
                <a:defRPr/>
              </a:pPr>
              <a:t>4</a:t>
            </a:fld>
            <a:endParaRPr lang="en-US" altLang="en-US" dirty="0"/>
          </a:p>
        </p:txBody>
      </p:sp>
    </p:spTree>
    <p:extLst>
      <p:ext uri="{BB962C8B-B14F-4D97-AF65-F5344CB8AC3E}">
        <p14:creationId xmlns:p14="http://schemas.microsoft.com/office/powerpoint/2010/main" val="1342596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BEFF9DE7-2E46-48FB-A1A9-93EAFBAA999D}" type="slidenum">
              <a:rPr lang="en-US" altLang="en-US" smtClean="0"/>
              <a:pPr>
                <a:defRPr/>
              </a:pPr>
              <a:t>5</a:t>
            </a:fld>
            <a:endParaRPr lang="en-US" altLang="en-US" dirty="0"/>
          </a:p>
        </p:txBody>
      </p:sp>
    </p:spTree>
    <p:extLst>
      <p:ext uri="{BB962C8B-B14F-4D97-AF65-F5344CB8AC3E}">
        <p14:creationId xmlns:p14="http://schemas.microsoft.com/office/powerpoint/2010/main" val="2545724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BEFF9DE7-2E46-48FB-A1A9-93EAFBAA999D}" type="slidenum">
              <a:rPr lang="en-US" altLang="en-US" smtClean="0"/>
              <a:pPr>
                <a:defRPr/>
              </a:pPr>
              <a:t>6</a:t>
            </a:fld>
            <a:endParaRPr lang="en-US" altLang="en-US" dirty="0"/>
          </a:p>
        </p:txBody>
      </p:sp>
    </p:spTree>
    <p:extLst>
      <p:ext uri="{BB962C8B-B14F-4D97-AF65-F5344CB8AC3E}">
        <p14:creationId xmlns:p14="http://schemas.microsoft.com/office/powerpoint/2010/main" val="1975849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BEFF9DE7-2E46-48FB-A1A9-93EAFBAA999D}" type="slidenum">
              <a:rPr lang="en-US" altLang="en-US" smtClean="0"/>
              <a:pPr>
                <a:defRPr/>
              </a:pPr>
              <a:t>7</a:t>
            </a:fld>
            <a:endParaRPr lang="en-US" altLang="en-US" dirty="0"/>
          </a:p>
        </p:txBody>
      </p:sp>
    </p:spTree>
    <p:extLst>
      <p:ext uri="{BB962C8B-B14F-4D97-AF65-F5344CB8AC3E}">
        <p14:creationId xmlns:p14="http://schemas.microsoft.com/office/powerpoint/2010/main" val="14384253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BEFF9DE7-2E46-48FB-A1A9-93EAFBAA999D}" type="slidenum">
              <a:rPr lang="en-US" altLang="en-US" smtClean="0"/>
              <a:pPr>
                <a:defRPr/>
              </a:pPr>
              <a:t>8</a:t>
            </a:fld>
            <a:endParaRPr lang="en-US" altLang="en-US" dirty="0"/>
          </a:p>
        </p:txBody>
      </p:sp>
    </p:spTree>
    <p:extLst>
      <p:ext uri="{BB962C8B-B14F-4D97-AF65-F5344CB8AC3E}">
        <p14:creationId xmlns:p14="http://schemas.microsoft.com/office/powerpoint/2010/main" val="4505163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BEFF9DE7-2E46-48FB-A1A9-93EAFBAA999D}" type="slidenum">
              <a:rPr lang="en-US" altLang="en-US" smtClean="0"/>
              <a:pPr>
                <a:defRPr/>
              </a:pPr>
              <a:t>9</a:t>
            </a:fld>
            <a:endParaRPr lang="en-US" altLang="en-US" dirty="0"/>
          </a:p>
        </p:txBody>
      </p:sp>
    </p:spTree>
    <p:extLst>
      <p:ext uri="{BB962C8B-B14F-4D97-AF65-F5344CB8AC3E}">
        <p14:creationId xmlns:p14="http://schemas.microsoft.com/office/powerpoint/2010/main" val="1190497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BEFF9DE7-2E46-48FB-A1A9-93EAFBAA999D}" type="slidenum">
              <a:rPr lang="en-US" altLang="en-US" smtClean="0"/>
              <a:pPr>
                <a:defRPr/>
              </a:pPr>
              <a:t>10</a:t>
            </a:fld>
            <a:endParaRPr lang="en-US" altLang="en-US" dirty="0"/>
          </a:p>
        </p:txBody>
      </p:sp>
    </p:spTree>
    <p:extLst>
      <p:ext uri="{BB962C8B-B14F-4D97-AF65-F5344CB8AC3E}">
        <p14:creationId xmlns:p14="http://schemas.microsoft.com/office/powerpoint/2010/main" val="4073292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BEFF9DE7-2E46-48FB-A1A9-93EAFBAA999D}" type="slidenum">
              <a:rPr lang="en-US" altLang="en-US" smtClean="0"/>
              <a:pPr>
                <a:defRPr/>
              </a:pPr>
              <a:t>11</a:t>
            </a:fld>
            <a:endParaRPr lang="en-US" altLang="en-US" dirty="0"/>
          </a:p>
        </p:txBody>
      </p:sp>
    </p:spTree>
    <p:extLst>
      <p:ext uri="{BB962C8B-B14F-4D97-AF65-F5344CB8AC3E}">
        <p14:creationId xmlns:p14="http://schemas.microsoft.com/office/powerpoint/2010/main" val="2347796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BEFF9DE7-2E46-48FB-A1A9-93EAFBAA999D}" type="slidenum">
              <a:rPr lang="en-US" altLang="en-US" smtClean="0"/>
              <a:pPr>
                <a:defRPr/>
              </a:pPr>
              <a:t>12</a:t>
            </a:fld>
            <a:endParaRPr lang="en-US" altLang="en-US" dirty="0"/>
          </a:p>
        </p:txBody>
      </p:sp>
    </p:spTree>
    <p:extLst>
      <p:ext uri="{BB962C8B-B14F-4D97-AF65-F5344CB8AC3E}">
        <p14:creationId xmlns:p14="http://schemas.microsoft.com/office/powerpoint/2010/main" val="11599388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BEFF9DE7-2E46-48FB-A1A9-93EAFBAA999D}" type="slidenum">
              <a:rPr lang="en-US" altLang="en-US" smtClean="0"/>
              <a:pPr>
                <a:defRPr/>
              </a:pPr>
              <a:t>13</a:t>
            </a:fld>
            <a:endParaRPr lang="en-US" altLang="en-US" dirty="0"/>
          </a:p>
        </p:txBody>
      </p:sp>
    </p:spTree>
    <p:extLst>
      <p:ext uri="{BB962C8B-B14F-4D97-AF65-F5344CB8AC3E}">
        <p14:creationId xmlns:p14="http://schemas.microsoft.com/office/powerpoint/2010/main" val="981869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BEFF9DE7-2E46-48FB-A1A9-93EAFBAA999D}" type="slidenum">
              <a:rPr lang="en-US" altLang="en-US" smtClean="0"/>
              <a:pPr>
                <a:defRPr/>
              </a:pPr>
              <a:t>14</a:t>
            </a:fld>
            <a:endParaRPr lang="en-US" altLang="en-US" dirty="0"/>
          </a:p>
        </p:txBody>
      </p:sp>
    </p:spTree>
    <p:extLst>
      <p:ext uri="{BB962C8B-B14F-4D97-AF65-F5344CB8AC3E}">
        <p14:creationId xmlns:p14="http://schemas.microsoft.com/office/powerpoint/2010/main" val="26139529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Titl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8F159B-4D9E-944A-BE47-329C2AA6984A}"/>
              </a:ext>
            </a:extLst>
          </p:cNvPr>
          <p:cNvSpPr txBox="1"/>
          <p:nvPr userDrawn="1"/>
        </p:nvSpPr>
        <p:spPr>
          <a:xfrm>
            <a:off x="0" y="0"/>
            <a:ext cx="9144000" cy="276225"/>
          </a:xfrm>
          <a:prstGeom prst="rect">
            <a:avLst/>
          </a:prstGeom>
          <a:solidFill>
            <a:srgbClr val="0078AE"/>
          </a:solidFill>
        </p:spPr>
        <p:txBody>
          <a:bodyPr>
            <a:spAutoFit/>
          </a:bodyPr>
          <a:lstStyle/>
          <a:p>
            <a:pPr algn="ctr">
              <a:defRPr/>
            </a:pPr>
            <a:r>
              <a:rPr lang="en-US" sz="1200" b="1" spc="300" dirty="0"/>
              <a:t>CISA | </a:t>
            </a:r>
            <a:r>
              <a:rPr lang="en-US" sz="1200" spc="300" dirty="0"/>
              <a:t>CYBERSECURITY AND INFRASTRUCTURE SECURITY AGENCY</a:t>
            </a:r>
          </a:p>
        </p:txBody>
      </p:sp>
      <p:sp>
        <p:nvSpPr>
          <p:cNvPr id="4" name="Rectangle 5"/>
          <p:cNvSpPr>
            <a:spLocks noChangeArrowheads="1"/>
          </p:cNvSpPr>
          <p:nvPr userDrawn="1"/>
        </p:nvSpPr>
        <p:spPr bwMode="auto">
          <a:xfrm>
            <a:off x="152400" y="5791200"/>
            <a:ext cx="2590800" cy="990600"/>
          </a:xfrm>
          <a:prstGeom prst="rect">
            <a:avLst/>
          </a:prstGeom>
          <a:solidFill>
            <a:schemeClr val="tx1"/>
          </a:solidFill>
          <a:ln w="9525" algn="ctr">
            <a:solidFill>
              <a:schemeClr val="tx1"/>
            </a:solidFill>
            <a:round/>
            <a:headEnd/>
            <a:tailEnd/>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dirty="0"/>
          </a:p>
        </p:txBody>
      </p:sp>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3225" y="5638800"/>
            <a:ext cx="2538413"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0" y="276999"/>
            <a:ext cx="9144000" cy="5133201"/>
          </a:xfrm>
          <a:prstGeom prst="rect">
            <a:avLst/>
          </a:prstGeom>
          <a:solidFill>
            <a:srgbClr val="005288"/>
          </a:solidFill>
        </p:spPr>
        <p:txBody>
          <a:bodyPr lIns="457200" anchor="ctr"/>
          <a:lstStyle>
            <a:lvl1pPr algn="l">
              <a:defRPr sz="4000" b="1" cap="all">
                <a:solidFill>
                  <a:schemeClr val="tx1"/>
                </a:solidFill>
              </a:defRPr>
            </a:lvl1pPr>
          </a:lstStyle>
          <a:p>
            <a:r>
              <a:rPr lang="en-US" dirty="0"/>
              <a:t>Click to edit Master title style</a:t>
            </a:r>
          </a:p>
        </p:txBody>
      </p:sp>
      <p:sp>
        <p:nvSpPr>
          <p:cNvPr id="6" name="Rectangle 6">
            <a:extLst>
              <a:ext uri="{FF2B5EF4-FFF2-40B4-BE49-F238E27FC236}">
                <a16:creationId xmlns:a16="http://schemas.microsoft.com/office/drawing/2014/main" id="{5EEDF3D4-2C8A-774F-B834-3155D0F0C63F}"/>
              </a:ext>
            </a:extLst>
          </p:cNvPr>
          <p:cNvSpPr>
            <a:spLocks noGrp="1" noChangeArrowheads="1"/>
          </p:cNvSpPr>
          <p:nvPr>
            <p:ph type="sldNum" sz="quarter" idx="10"/>
          </p:nvPr>
        </p:nvSpPr>
        <p:spPr/>
        <p:txBody>
          <a:bodyPr/>
          <a:lstStyle>
            <a:lvl1pPr>
              <a:defRPr/>
            </a:lvl1pPr>
          </a:lstStyle>
          <a:p>
            <a:pPr>
              <a:defRPr/>
            </a:pPr>
            <a:fld id="{3C7AA941-74D3-4E92-A56E-21C674924733}" type="slidenum">
              <a:rPr lang="en-US" altLang="en-US"/>
              <a:pPr>
                <a:defRPr/>
              </a:pPr>
              <a:t>‹#›</a:t>
            </a:fld>
            <a:endParaRPr lang="en-US" altLang="en-US" dirty="0"/>
          </a:p>
        </p:txBody>
      </p:sp>
    </p:spTree>
    <p:extLst>
      <p:ext uri="{BB962C8B-B14F-4D97-AF65-F5344CB8AC3E}">
        <p14:creationId xmlns:p14="http://schemas.microsoft.com/office/powerpoint/2010/main" val="894938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_Subtitle">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F52C9AC6-E504-7749-9C2B-F47D7E40ADF4}"/>
              </a:ext>
            </a:extLst>
          </p:cNvPr>
          <p:cNvSpPr>
            <a:spLocks noChangeArrowheads="1"/>
          </p:cNvSpPr>
          <p:nvPr userDrawn="1"/>
        </p:nvSpPr>
        <p:spPr bwMode="black">
          <a:xfrm>
            <a:off x="5791200" y="6400800"/>
            <a:ext cx="3505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defRPr/>
            </a:pPr>
            <a:r>
              <a:rPr lang="en-US" altLang="en-US" sz="1100" dirty="0">
                <a:solidFill>
                  <a:srgbClr val="5A5B5D"/>
                </a:solidFill>
              </a:rPr>
              <a:t>Presenter’s Name          Month Day, Year</a:t>
            </a:r>
          </a:p>
        </p:txBody>
      </p:sp>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3225" y="5991225"/>
            <a:ext cx="172402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482" name="Rectangle 2"/>
          <p:cNvSpPr>
            <a:spLocks noGrp="1" noChangeArrowheads="1"/>
          </p:cNvSpPr>
          <p:nvPr>
            <p:ph type="ctrTitle"/>
          </p:nvPr>
        </p:nvSpPr>
        <p:spPr>
          <a:xfrm>
            <a:off x="0" y="0"/>
            <a:ext cx="9144000" cy="1143000"/>
          </a:xfrm>
          <a:prstGeom prst="rect">
            <a:avLst/>
          </a:prstGeom>
          <a:solidFill>
            <a:srgbClr val="005288"/>
          </a:solidFill>
        </p:spPr>
        <p:txBody>
          <a:bodyPr lIns="457200" tIns="274320" bIns="91440"/>
          <a:lstStyle>
            <a:lvl1pPr>
              <a:defRPr>
                <a:solidFill>
                  <a:schemeClr val="tx1"/>
                </a:solidFill>
              </a:defRPr>
            </a:lvl1pPr>
          </a:lstStyle>
          <a:p>
            <a:r>
              <a:rPr lang="en-US" dirty="0"/>
              <a:t>Click to edit Master title style</a:t>
            </a:r>
          </a:p>
        </p:txBody>
      </p:sp>
      <p:sp>
        <p:nvSpPr>
          <p:cNvPr id="148483" name="Rectangle 3"/>
          <p:cNvSpPr>
            <a:spLocks noGrp="1" noChangeArrowheads="1"/>
          </p:cNvSpPr>
          <p:nvPr>
            <p:ph type="subTitle" idx="1"/>
          </p:nvPr>
        </p:nvSpPr>
        <p:spPr bwMode="auto">
          <a:xfrm>
            <a:off x="0" y="1143000"/>
            <a:ext cx="9144000" cy="457200"/>
          </a:xfrm>
          <a:prstGeom prst="rect">
            <a:avLst/>
          </a:prstGeom>
          <a:solidFill>
            <a:srgbClr val="0078AE"/>
          </a:solidFill>
          <a:ln>
            <a:miter lim="800000"/>
            <a:headEnd/>
            <a:tailEnd/>
          </a:ln>
        </p:spPr>
        <p:txBody>
          <a:bodyPr vert="horz" wrap="square" lIns="457200" tIns="45720" rIns="91440" bIns="45720" numCol="1" anchor="t" anchorCtr="0" compatLnSpc="1">
            <a:prstTxWarp prst="textNoShape">
              <a:avLst/>
            </a:prstTxWarp>
          </a:bodyPr>
          <a:lstStyle>
            <a:lvl1pPr marL="0" indent="0">
              <a:buFont typeface="Wingdings" pitchFamily="2" charset="2"/>
              <a:buNone/>
              <a:defRPr>
                <a:solidFill>
                  <a:schemeClr val="tx1"/>
                </a:solidFill>
              </a:defRPr>
            </a:lvl1pPr>
          </a:lstStyle>
          <a:p>
            <a:r>
              <a:rPr lang="en-US" dirty="0"/>
              <a:t>Click to edit Master subtitle style</a:t>
            </a:r>
          </a:p>
        </p:txBody>
      </p:sp>
      <p:sp>
        <p:nvSpPr>
          <p:cNvPr id="6" name="Slide Number Placeholder 6">
            <a:extLst>
              <a:ext uri="{FF2B5EF4-FFF2-40B4-BE49-F238E27FC236}">
                <a16:creationId xmlns:a16="http://schemas.microsoft.com/office/drawing/2014/main" id="{17184085-CE7A-BF4E-B99E-4329B1AA37C6}"/>
              </a:ext>
            </a:extLst>
          </p:cNvPr>
          <p:cNvSpPr>
            <a:spLocks noGrp="1" noChangeArrowheads="1"/>
          </p:cNvSpPr>
          <p:nvPr>
            <p:ph type="sldNum" sz="quarter" idx="10"/>
          </p:nvPr>
        </p:nvSpPr>
        <p:spPr/>
        <p:txBody>
          <a:bodyPr/>
          <a:lstStyle>
            <a:lvl1pPr>
              <a:defRPr sz="1100">
                <a:solidFill>
                  <a:srgbClr val="5A5B5D"/>
                </a:solidFill>
              </a:defRPr>
            </a:lvl1pPr>
          </a:lstStyle>
          <a:p>
            <a:pPr>
              <a:defRPr/>
            </a:pPr>
            <a:fld id="{1E2E5F9C-32C0-467D-8A7D-AB5C108DDCE8}" type="slidenum">
              <a:rPr lang="en-US" altLang="en-US"/>
              <a:pPr>
                <a:defRPr/>
              </a:pPr>
              <a:t>‹#›</a:t>
            </a:fld>
            <a:endParaRPr lang="en-US" altLang="en-US" dirty="0"/>
          </a:p>
        </p:txBody>
      </p:sp>
    </p:spTree>
    <p:extLst>
      <p:ext uri="{BB962C8B-B14F-4D97-AF65-F5344CB8AC3E}">
        <p14:creationId xmlns:p14="http://schemas.microsoft.com/office/powerpoint/2010/main" val="4131710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1"/>
            <a:ext cx="8229600" cy="3810000"/>
          </a:xfrm>
          <a:prstGeom prst="rect">
            <a:avLst/>
          </a:prstGeom>
        </p:spPr>
        <p:txBody>
          <a:bodyPr/>
          <a:lstStyle>
            <a:lvl1pPr>
              <a:defRPr>
                <a:solidFill>
                  <a:srgbClr val="5A5B5D"/>
                </a:solidFill>
              </a:defRPr>
            </a:lvl1pPr>
            <a:lvl2pPr>
              <a:defRPr>
                <a:solidFill>
                  <a:srgbClr val="5A5B5D"/>
                </a:solidFill>
              </a:defRPr>
            </a:lvl2pPr>
            <a:lvl3pPr>
              <a:defRPr>
                <a:solidFill>
                  <a:srgbClr val="5A5B5D"/>
                </a:solidFill>
              </a:defRPr>
            </a:lvl3pPr>
            <a:lvl4pPr>
              <a:defRPr>
                <a:solidFill>
                  <a:srgbClr val="5A5B5D"/>
                </a:solidFill>
              </a:defRPr>
            </a:lvl4pPr>
            <a:lvl5pPr>
              <a:defRPr>
                <a:solidFill>
                  <a:srgbClr val="5A5B5D"/>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2">
            <a:extLst>
              <a:ext uri="{FF2B5EF4-FFF2-40B4-BE49-F238E27FC236}">
                <a16:creationId xmlns:a16="http://schemas.microsoft.com/office/drawing/2014/main" id="{DEE8B7DF-B902-7749-B266-7817A506DB4A}"/>
              </a:ext>
            </a:extLst>
          </p:cNvPr>
          <p:cNvSpPr>
            <a:spLocks noGrp="1" noChangeArrowheads="1"/>
          </p:cNvSpPr>
          <p:nvPr>
            <p:ph type="ctrTitle"/>
          </p:nvPr>
        </p:nvSpPr>
        <p:spPr>
          <a:xfrm>
            <a:off x="0" y="0"/>
            <a:ext cx="9144000" cy="1143000"/>
          </a:xfrm>
          <a:prstGeom prst="rect">
            <a:avLst/>
          </a:prstGeom>
          <a:solidFill>
            <a:srgbClr val="005288"/>
          </a:solidFill>
        </p:spPr>
        <p:txBody>
          <a:bodyPr lIns="457200" tIns="274320" bIns="91440"/>
          <a:lstStyle>
            <a:lvl1pPr>
              <a:defRPr>
                <a:solidFill>
                  <a:schemeClr val="tx1"/>
                </a:solidFill>
              </a:defRPr>
            </a:lvl1pPr>
          </a:lstStyle>
          <a:p>
            <a:r>
              <a:rPr lang="en-US" dirty="0"/>
              <a:t>Click to edit Master title style</a:t>
            </a:r>
          </a:p>
        </p:txBody>
      </p:sp>
      <p:sp>
        <p:nvSpPr>
          <p:cNvPr id="4" name="Rectangle 6">
            <a:extLst>
              <a:ext uri="{FF2B5EF4-FFF2-40B4-BE49-F238E27FC236}">
                <a16:creationId xmlns:a16="http://schemas.microsoft.com/office/drawing/2014/main" id="{A48DD25C-886A-364F-A7EB-C56AF8D492A2}"/>
              </a:ext>
            </a:extLst>
          </p:cNvPr>
          <p:cNvSpPr>
            <a:spLocks noGrp="1" noChangeArrowheads="1"/>
          </p:cNvSpPr>
          <p:nvPr>
            <p:ph type="sldNum" sz="quarter" idx="10"/>
          </p:nvPr>
        </p:nvSpPr>
        <p:spPr>
          <a:ln/>
        </p:spPr>
        <p:txBody>
          <a:bodyPr/>
          <a:lstStyle>
            <a:lvl1pPr>
              <a:defRPr/>
            </a:lvl1pPr>
          </a:lstStyle>
          <a:p>
            <a:pPr>
              <a:defRPr/>
            </a:pPr>
            <a:fld id="{F0E3A156-B331-4D8A-B516-F3A8E9539376}" type="slidenum">
              <a:rPr lang="en-US" altLang="en-US"/>
              <a:pPr>
                <a:defRPr/>
              </a:pPr>
              <a:t>‹#›</a:t>
            </a:fld>
            <a:endParaRPr lang="en-US" altLang="en-US" dirty="0"/>
          </a:p>
        </p:txBody>
      </p:sp>
    </p:spTree>
    <p:extLst>
      <p:ext uri="{BB962C8B-B14F-4D97-AF65-F5344CB8AC3E}">
        <p14:creationId xmlns:p14="http://schemas.microsoft.com/office/powerpoint/2010/main" val="3868184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1" y="1828800"/>
            <a:ext cx="8229600" cy="2819400"/>
          </a:xfrm>
          <a:prstGeom prst="rect">
            <a:avLst/>
          </a:prstGeom>
          <a:solidFill>
            <a:srgbClr val="0078AE"/>
          </a:solidFill>
        </p:spPr>
        <p:txBody>
          <a:bodyPr lIns="182880" anchor="ctr"/>
          <a:lstStyle>
            <a:lvl1pPr algn="l">
              <a:defRPr sz="4000" b="1" cap="all">
                <a:solidFill>
                  <a:schemeClr val="tx1"/>
                </a:solidFill>
              </a:defRPr>
            </a:lvl1pPr>
          </a:lstStyle>
          <a:p>
            <a:r>
              <a:rPr lang="en-US" dirty="0"/>
              <a:t>Click to edit Master title style</a:t>
            </a:r>
          </a:p>
        </p:txBody>
      </p:sp>
      <p:sp>
        <p:nvSpPr>
          <p:cNvPr id="3" name="Rectangle 6">
            <a:extLst>
              <a:ext uri="{FF2B5EF4-FFF2-40B4-BE49-F238E27FC236}">
                <a16:creationId xmlns:a16="http://schemas.microsoft.com/office/drawing/2014/main" id="{A48DD25C-886A-364F-A7EB-C56AF8D492A2}"/>
              </a:ext>
            </a:extLst>
          </p:cNvPr>
          <p:cNvSpPr>
            <a:spLocks noGrp="1" noChangeArrowheads="1"/>
          </p:cNvSpPr>
          <p:nvPr>
            <p:ph type="sldNum" sz="quarter" idx="10"/>
          </p:nvPr>
        </p:nvSpPr>
        <p:spPr>
          <a:ln/>
        </p:spPr>
        <p:txBody>
          <a:bodyPr/>
          <a:lstStyle>
            <a:lvl1pPr>
              <a:defRPr/>
            </a:lvl1pPr>
          </a:lstStyle>
          <a:p>
            <a:pPr>
              <a:defRPr/>
            </a:pPr>
            <a:fld id="{997E212A-7F52-451E-8543-1A49E505CB35}" type="slidenum">
              <a:rPr lang="en-US" altLang="en-US"/>
              <a:pPr>
                <a:defRPr/>
              </a:pPr>
              <a:t>‹#›</a:t>
            </a:fld>
            <a:endParaRPr lang="en-US" altLang="en-US" dirty="0"/>
          </a:p>
        </p:txBody>
      </p:sp>
    </p:spTree>
    <p:extLst>
      <p:ext uri="{BB962C8B-B14F-4D97-AF65-F5344CB8AC3E}">
        <p14:creationId xmlns:p14="http://schemas.microsoft.com/office/powerpoint/2010/main" val="1016741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1"/>
            <a:ext cx="4038600" cy="3810000"/>
          </a:xfrm>
          <a:prstGeom prst="rect">
            <a:avLst/>
          </a:prstGeom>
        </p:spPr>
        <p:txBody>
          <a:bodyPr/>
          <a:lstStyle>
            <a:lvl1pPr>
              <a:defRPr sz="2800">
                <a:solidFill>
                  <a:srgbClr val="5A5B5D"/>
                </a:solidFill>
              </a:defRPr>
            </a:lvl1pPr>
            <a:lvl2pPr>
              <a:defRPr sz="2400">
                <a:solidFill>
                  <a:srgbClr val="5A5B5D"/>
                </a:solidFill>
              </a:defRPr>
            </a:lvl2pPr>
            <a:lvl3pPr>
              <a:defRPr sz="2000">
                <a:solidFill>
                  <a:srgbClr val="5A5B5D"/>
                </a:solidFill>
              </a:defRPr>
            </a:lvl3pPr>
            <a:lvl4pPr>
              <a:defRPr sz="1800">
                <a:solidFill>
                  <a:srgbClr val="5A5B5D"/>
                </a:solidFill>
              </a:defRPr>
            </a:lvl4pPr>
            <a:lvl5pPr>
              <a:defRPr sz="1800">
                <a:solidFill>
                  <a:srgbClr val="5A5B5D"/>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3810001"/>
          </a:xfrm>
          <a:prstGeom prst="rect">
            <a:avLst/>
          </a:prstGeom>
        </p:spPr>
        <p:txBody>
          <a:bodyPr/>
          <a:lstStyle>
            <a:lvl1pPr>
              <a:defRPr sz="2800">
                <a:solidFill>
                  <a:srgbClr val="5A5B5D"/>
                </a:solidFill>
              </a:defRPr>
            </a:lvl1pPr>
            <a:lvl2pPr>
              <a:defRPr sz="2400">
                <a:solidFill>
                  <a:srgbClr val="5A5B5D"/>
                </a:solidFill>
              </a:defRPr>
            </a:lvl2pPr>
            <a:lvl3pPr>
              <a:defRPr sz="2000">
                <a:solidFill>
                  <a:srgbClr val="5A5B5D"/>
                </a:solidFill>
              </a:defRPr>
            </a:lvl3pPr>
            <a:lvl4pPr>
              <a:defRPr sz="1800">
                <a:solidFill>
                  <a:srgbClr val="5A5B5D"/>
                </a:solidFill>
              </a:defRPr>
            </a:lvl4pPr>
            <a:lvl5pPr>
              <a:defRPr sz="1800">
                <a:solidFill>
                  <a:srgbClr val="5A5B5D"/>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2">
            <a:extLst>
              <a:ext uri="{FF2B5EF4-FFF2-40B4-BE49-F238E27FC236}">
                <a16:creationId xmlns:a16="http://schemas.microsoft.com/office/drawing/2014/main" id="{0581DC5A-1F43-D240-B5D6-42D8263E82B2}"/>
              </a:ext>
            </a:extLst>
          </p:cNvPr>
          <p:cNvSpPr>
            <a:spLocks noGrp="1" noChangeArrowheads="1"/>
          </p:cNvSpPr>
          <p:nvPr>
            <p:ph type="ctrTitle"/>
          </p:nvPr>
        </p:nvSpPr>
        <p:spPr>
          <a:xfrm>
            <a:off x="0" y="0"/>
            <a:ext cx="9144000" cy="1143000"/>
          </a:xfrm>
          <a:prstGeom prst="rect">
            <a:avLst/>
          </a:prstGeom>
          <a:solidFill>
            <a:srgbClr val="005288"/>
          </a:solidFill>
        </p:spPr>
        <p:txBody>
          <a:bodyPr lIns="457200" tIns="274320" bIns="91440"/>
          <a:lstStyle>
            <a:lvl1pPr>
              <a:defRPr>
                <a:solidFill>
                  <a:schemeClr val="tx1"/>
                </a:solidFill>
              </a:defRPr>
            </a:lvl1pPr>
          </a:lstStyle>
          <a:p>
            <a:r>
              <a:rPr lang="en-US" dirty="0"/>
              <a:t>Click to edit Master title style</a:t>
            </a:r>
          </a:p>
        </p:txBody>
      </p:sp>
      <p:sp>
        <p:nvSpPr>
          <p:cNvPr id="5" name="Rectangle 6">
            <a:extLst>
              <a:ext uri="{FF2B5EF4-FFF2-40B4-BE49-F238E27FC236}">
                <a16:creationId xmlns:a16="http://schemas.microsoft.com/office/drawing/2014/main" id="{A48DD25C-886A-364F-A7EB-C56AF8D492A2}"/>
              </a:ext>
            </a:extLst>
          </p:cNvPr>
          <p:cNvSpPr>
            <a:spLocks noGrp="1" noChangeArrowheads="1"/>
          </p:cNvSpPr>
          <p:nvPr>
            <p:ph type="sldNum" sz="quarter" idx="10"/>
          </p:nvPr>
        </p:nvSpPr>
        <p:spPr>
          <a:ln/>
        </p:spPr>
        <p:txBody>
          <a:bodyPr/>
          <a:lstStyle>
            <a:lvl1pPr>
              <a:defRPr/>
            </a:lvl1pPr>
          </a:lstStyle>
          <a:p>
            <a:pPr>
              <a:defRPr/>
            </a:pPr>
            <a:fld id="{CEE0D9C5-FDF9-48EE-ABCA-3E679FDD5A54}" type="slidenum">
              <a:rPr lang="en-US" altLang="en-US"/>
              <a:pPr>
                <a:defRPr/>
              </a:pPr>
              <a:t>‹#›</a:t>
            </a:fld>
            <a:endParaRPr lang="en-US" altLang="en-US" dirty="0"/>
          </a:p>
        </p:txBody>
      </p:sp>
    </p:spTree>
    <p:extLst>
      <p:ext uri="{BB962C8B-B14F-4D97-AF65-F5344CB8AC3E}">
        <p14:creationId xmlns:p14="http://schemas.microsoft.com/office/powerpoint/2010/main" val="1859247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143000"/>
            <a:ext cx="4040188" cy="1031875"/>
          </a:xfrm>
          <a:prstGeom prst="rect">
            <a:avLst/>
          </a:prstGeom>
        </p:spPr>
        <p:txBody>
          <a:bodyPr anchor="b"/>
          <a:lstStyle>
            <a:lvl1pPr marL="0" indent="0">
              <a:buNone/>
              <a:defRPr sz="2400" b="1">
                <a:solidFill>
                  <a:srgbClr val="5A5B5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235325"/>
          </a:xfrm>
          <a:prstGeom prst="rect">
            <a:avLst/>
          </a:prstGeom>
        </p:spPr>
        <p:txBody>
          <a:bodyPr/>
          <a:lstStyle>
            <a:lvl1pPr>
              <a:defRPr sz="2400">
                <a:solidFill>
                  <a:srgbClr val="5A5B5D"/>
                </a:solidFill>
              </a:defRPr>
            </a:lvl1pPr>
            <a:lvl2pPr>
              <a:defRPr sz="2000">
                <a:solidFill>
                  <a:srgbClr val="5A5B5D"/>
                </a:solidFill>
              </a:defRPr>
            </a:lvl2pPr>
            <a:lvl3pPr>
              <a:defRPr sz="1800">
                <a:solidFill>
                  <a:srgbClr val="5A5B5D"/>
                </a:solidFill>
              </a:defRPr>
            </a:lvl3pPr>
            <a:lvl4pPr>
              <a:defRPr sz="1600">
                <a:solidFill>
                  <a:srgbClr val="5A5B5D"/>
                </a:solidFill>
              </a:defRPr>
            </a:lvl4pPr>
            <a:lvl5pPr>
              <a:defRPr sz="1600">
                <a:solidFill>
                  <a:srgbClr val="5A5B5D"/>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143000"/>
            <a:ext cx="4041775" cy="1031875"/>
          </a:xfrm>
          <a:prstGeom prst="rect">
            <a:avLst/>
          </a:prstGeom>
        </p:spPr>
        <p:txBody>
          <a:bodyPr anchor="b"/>
          <a:lstStyle>
            <a:lvl1pPr marL="0" indent="0">
              <a:buNone/>
              <a:defRPr sz="2400" b="1">
                <a:solidFill>
                  <a:srgbClr val="5A5B5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235325"/>
          </a:xfrm>
          <a:prstGeom prst="rect">
            <a:avLst/>
          </a:prstGeom>
        </p:spPr>
        <p:txBody>
          <a:bodyPr/>
          <a:lstStyle>
            <a:lvl1pPr>
              <a:defRPr sz="2400">
                <a:solidFill>
                  <a:srgbClr val="5A5B5D"/>
                </a:solidFill>
              </a:defRPr>
            </a:lvl1pPr>
            <a:lvl2pPr>
              <a:defRPr sz="2000">
                <a:solidFill>
                  <a:srgbClr val="5A5B5D"/>
                </a:solidFill>
              </a:defRPr>
            </a:lvl2pPr>
            <a:lvl3pPr>
              <a:defRPr sz="1800">
                <a:solidFill>
                  <a:srgbClr val="5A5B5D"/>
                </a:solidFill>
              </a:defRPr>
            </a:lvl3pPr>
            <a:lvl4pPr>
              <a:defRPr sz="1600">
                <a:solidFill>
                  <a:srgbClr val="5A5B5D"/>
                </a:solidFill>
              </a:defRPr>
            </a:lvl4pPr>
            <a:lvl5pPr>
              <a:defRPr sz="1600">
                <a:solidFill>
                  <a:srgbClr val="5A5B5D"/>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2">
            <a:extLst>
              <a:ext uri="{FF2B5EF4-FFF2-40B4-BE49-F238E27FC236}">
                <a16:creationId xmlns:a16="http://schemas.microsoft.com/office/drawing/2014/main" id="{B59717ED-FED6-2F41-861E-CD88EAA39A05}"/>
              </a:ext>
            </a:extLst>
          </p:cNvPr>
          <p:cNvSpPr>
            <a:spLocks noGrp="1" noChangeArrowheads="1"/>
          </p:cNvSpPr>
          <p:nvPr>
            <p:ph type="ctrTitle"/>
          </p:nvPr>
        </p:nvSpPr>
        <p:spPr>
          <a:xfrm>
            <a:off x="0" y="0"/>
            <a:ext cx="9144000" cy="1143000"/>
          </a:xfrm>
          <a:prstGeom prst="rect">
            <a:avLst/>
          </a:prstGeom>
          <a:solidFill>
            <a:srgbClr val="005288"/>
          </a:solidFill>
        </p:spPr>
        <p:txBody>
          <a:bodyPr lIns="457200" tIns="274320" bIns="91440"/>
          <a:lstStyle>
            <a:lvl1pPr>
              <a:defRPr>
                <a:solidFill>
                  <a:schemeClr val="tx1"/>
                </a:solidFill>
              </a:defRPr>
            </a:lvl1pPr>
          </a:lstStyle>
          <a:p>
            <a:r>
              <a:rPr lang="en-US" dirty="0"/>
              <a:t>Click to edit Master title style</a:t>
            </a:r>
          </a:p>
        </p:txBody>
      </p:sp>
      <p:sp>
        <p:nvSpPr>
          <p:cNvPr id="7" name="Rectangle 6">
            <a:extLst>
              <a:ext uri="{FF2B5EF4-FFF2-40B4-BE49-F238E27FC236}">
                <a16:creationId xmlns:a16="http://schemas.microsoft.com/office/drawing/2014/main" id="{A48DD25C-886A-364F-A7EB-C56AF8D492A2}"/>
              </a:ext>
            </a:extLst>
          </p:cNvPr>
          <p:cNvSpPr>
            <a:spLocks noGrp="1" noChangeArrowheads="1"/>
          </p:cNvSpPr>
          <p:nvPr>
            <p:ph type="sldNum" sz="quarter" idx="10"/>
          </p:nvPr>
        </p:nvSpPr>
        <p:spPr>
          <a:ln/>
        </p:spPr>
        <p:txBody>
          <a:bodyPr/>
          <a:lstStyle>
            <a:lvl1pPr>
              <a:defRPr/>
            </a:lvl1pPr>
          </a:lstStyle>
          <a:p>
            <a:pPr>
              <a:defRPr/>
            </a:pPr>
            <a:fld id="{FFAB90D6-41C3-4D99-8011-72E68CED7343}" type="slidenum">
              <a:rPr lang="en-US" altLang="en-US"/>
              <a:pPr>
                <a:defRPr/>
              </a:pPr>
              <a:t>‹#›</a:t>
            </a:fld>
            <a:endParaRPr lang="en-US" altLang="en-US" dirty="0"/>
          </a:p>
        </p:txBody>
      </p:sp>
    </p:spTree>
    <p:extLst>
      <p:ext uri="{BB962C8B-B14F-4D97-AF65-F5344CB8AC3E}">
        <p14:creationId xmlns:p14="http://schemas.microsoft.com/office/powerpoint/2010/main" val="1420260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D9886E43-49DF-DD4B-9A7D-D5A549DC70BA}"/>
              </a:ext>
            </a:extLst>
          </p:cNvPr>
          <p:cNvSpPr>
            <a:spLocks noGrp="1" noChangeArrowheads="1"/>
          </p:cNvSpPr>
          <p:nvPr>
            <p:ph type="ctrTitle"/>
          </p:nvPr>
        </p:nvSpPr>
        <p:spPr>
          <a:xfrm>
            <a:off x="0" y="0"/>
            <a:ext cx="9144000" cy="1143000"/>
          </a:xfrm>
          <a:prstGeom prst="rect">
            <a:avLst/>
          </a:prstGeom>
          <a:solidFill>
            <a:srgbClr val="005288"/>
          </a:solidFill>
        </p:spPr>
        <p:txBody>
          <a:bodyPr lIns="457200" tIns="274320" bIns="91440"/>
          <a:lstStyle>
            <a:lvl1pPr>
              <a:defRPr>
                <a:solidFill>
                  <a:schemeClr val="tx1"/>
                </a:solidFill>
              </a:defRPr>
            </a:lvl1pPr>
          </a:lstStyle>
          <a:p>
            <a:r>
              <a:rPr lang="en-US" dirty="0"/>
              <a:t>Click to edit Master title style</a:t>
            </a:r>
          </a:p>
        </p:txBody>
      </p:sp>
      <p:sp>
        <p:nvSpPr>
          <p:cNvPr id="3" name="Rectangle 6">
            <a:extLst>
              <a:ext uri="{FF2B5EF4-FFF2-40B4-BE49-F238E27FC236}">
                <a16:creationId xmlns:a16="http://schemas.microsoft.com/office/drawing/2014/main" id="{A48DD25C-886A-364F-A7EB-C56AF8D492A2}"/>
              </a:ext>
            </a:extLst>
          </p:cNvPr>
          <p:cNvSpPr>
            <a:spLocks noGrp="1" noChangeArrowheads="1"/>
          </p:cNvSpPr>
          <p:nvPr>
            <p:ph type="sldNum" sz="quarter" idx="10"/>
          </p:nvPr>
        </p:nvSpPr>
        <p:spPr>
          <a:ln/>
        </p:spPr>
        <p:txBody>
          <a:bodyPr/>
          <a:lstStyle>
            <a:lvl1pPr>
              <a:defRPr/>
            </a:lvl1pPr>
          </a:lstStyle>
          <a:p>
            <a:pPr>
              <a:defRPr/>
            </a:pPr>
            <a:fld id="{ABE14947-42DB-4D16-B9D2-9B34FC0E5FF4}" type="slidenum">
              <a:rPr lang="en-US" altLang="en-US"/>
              <a:pPr>
                <a:defRPr/>
              </a:pPr>
              <a:t>‹#›</a:t>
            </a:fld>
            <a:endParaRPr lang="en-US" altLang="en-US" dirty="0"/>
          </a:p>
        </p:txBody>
      </p:sp>
    </p:spTree>
    <p:extLst>
      <p:ext uri="{BB962C8B-B14F-4D97-AF65-F5344CB8AC3E}">
        <p14:creationId xmlns:p14="http://schemas.microsoft.com/office/powerpoint/2010/main" val="787271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A48DD25C-886A-364F-A7EB-C56AF8D492A2}"/>
              </a:ext>
            </a:extLst>
          </p:cNvPr>
          <p:cNvSpPr>
            <a:spLocks noGrp="1" noChangeArrowheads="1"/>
          </p:cNvSpPr>
          <p:nvPr>
            <p:ph type="sldNum" sz="quarter" idx="10"/>
          </p:nvPr>
        </p:nvSpPr>
        <p:spPr>
          <a:ln/>
        </p:spPr>
        <p:txBody>
          <a:bodyPr/>
          <a:lstStyle>
            <a:lvl1pPr>
              <a:defRPr/>
            </a:lvl1pPr>
          </a:lstStyle>
          <a:p>
            <a:pPr>
              <a:defRPr/>
            </a:pPr>
            <a:fld id="{B2A1FEC7-8AE9-4DEA-B30A-7A8E05550F53}" type="slidenum">
              <a:rPr lang="en-US" altLang="en-US"/>
              <a:pPr>
                <a:defRPr/>
              </a:pPr>
              <a:t>‹#›</a:t>
            </a:fld>
            <a:endParaRPr lang="en-US" altLang="en-US" dirty="0"/>
          </a:p>
        </p:txBody>
      </p:sp>
    </p:spTree>
    <p:extLst>
      <p:ext uri="{BB962C8B-B14F-4D97-AF65-F5344CB8AC3E}">
        <p14:creationId xmlns:p14="http://schemas.microsoft.com/office/powerpoint/2010/main" val="2581912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AB52F24-79D6-3840-8D37-72F145C807D4}"/>
              </a:ext>
            </a:extLst>
          </p:cNvPr>
          <p:cNvSpPr>
            <a:spLocks noChangeArrowheads="1"/>
          </p:cNvSpPr>
          <p:nvPr userDrawn="1"/>
        </p:nvSpPr>
        <p:spPr bwMode="auto">
          <a:xfrm>
            <a:off x="3492500" y="273050"/>
            <a:ext cx="46038" cy="5138738"/>
          </a:xfrm>
          <a:prstGeom prst="rect">
            <a:avLst/>
          </a:prstGeom>
          <a:solidFill>
            <a:srgbClr val="0078AE"/>
          </a:solidFill>
          <a:ln w="9525" algn="ctr">
            <a:solidFill>
              <a:schemeClr val="tx1"/>
            </a:solidFill>
            <a:round/>
            <a:headEnd/>
            <a:tailEnd/>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defRPr/>
            </a:pPr>
            <a:endParaRPr lang="en-US" altLang="en-US" dirty="0"/>
          </a:p>
        </p:txBody>
      </p:sp>
      <p:sp>
        <p:nvSpPr>
          <p:cNvPr id="2" name="Title 1"/>
          <p:cNvSpPr>
            <a:spLocks noGrp="1"/>
          </p:cNvSpPr>
          <p:nvPr>
            <p:ph type="title"/>
          </p:nvPr>
        </p:nvSpPr>
        <p:spPr>
          <a:xfrm>
            <a:off x="457200" y="273050"/>
            <a:ext cx="3008313" cy="1162050"/>
          </a:xfrm>
          <a:prstGeom prst="rect">
            <a:avLst/>
          </a:prstGeom>
          <a:solidFill>
            <a:srgbClr val="005288"/>
          </a:solidFill>
        </p:spPr>
        <p:txBody>
          <a:bodyPr/>
          <a:lstStyle>
            <a:lvl1pPr algn="l">
              <a:defRPr sz="2000" b="1">
                <a:solidFill>
                  <a:schemeClr val="tx1"/>
                </a:solidFill>
              </a:defRPr>
            </a:lvl1pPr>
          </a:lstStyle>
          <a:p>
            <a:r>
              <a:rPr lang="en-US"/>
              <a:t>Click to edit Master title style</a:t>
            </a:r>
          </a:p>
        </p:txBody>
      </p:sp>
      <p:sp>
        <p:nvSpPr>
          <p:cNvPr id="3" name="Content Placeholder 2"/>
          <p:cNvSpPr>
            <a:spLocks noGrp="1"/>
          </p:cNvSpPr>
          <p:nvPr>
            <p:ph idx="1"/>
          </p:nvPr>
        </p:nvSpPr>
        <p:spPr>
          <a:xfrm>
            <a:off x="3575050" y="273050"/>
            <a:ext cx="5111750" cy="5137151"/>
          </a:xfrm>
          <a:prstGeom prst="rect">
            <a:avLst/>
          </a:prstGeom>
        </p:spPr>
        <p:txBody>
          <a:bodyPr/>
          <a:lstStyle>
            <a:lvl1pPr>
              <a:defRPr sz="3200">
                <a:solidFill>
                  <a:srgbClr val="5A5B5D"/>
                </a:solidFill>
              </a:defRPr>
            </a:lvl1pPr>
            <a:lvl2pPr>
              <a:defRPr sz="2800">
                <a:solidFill>
                  <a:srgbClr val="5A5B5D"/>
                </a:solidFill>
              </a:defRPr>
            </a:lvl2pPr>
            <a:lvl3pPr>
              <a:defRPr sz="2400">
                <a:solidFill>
                  <a:srgbClr val="5A5B5D"/>
                </a:solidFill>
              </a:defRPr>
            </a:lvl3pPr>
            <a:lvl4pPr>
              <a:defRPr sz="2000">
                <a:solidFill>
                  <a:srgbClr val="5A5B5D"/>
                </a:solidFill>
              </a:defRPr>
            </a:lvl4pPr>
            <a:lvl5pPr>
              <a:defRPr sz="2000">
                <a:solidFill>
                  <a:srgbClr val="5A5B5D"/>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523999"/>
            <a:ext cx="3008313" cy="3886201"/>
          </a:xfrm>
          <a:prstGeom prst="rect">
            <a:avLst/>
          </a:prstGeom>
          <a:noFill/>
        </p:spPr>
        <p:txBody>
          <a:bodyPr/>
          <a:lstStyle>
            <a:lvl1pPr marL="0" indent="0">
              <a:buNone/>
              <a:defRPr sz="1400">
                <a:solidFill>
                  <a:srgbClr val="5A5B5D"/>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6" name="Rectangle 6">
            <a:extLst>
              <a:ext uri="{FF2B5EF4-FFF2-40B4-BE49-F238E27FC236}">
                <a16:creationId xmlns:a16="http://schemas.microsoft.com/office/drawing/2014/main" id="{91CD2B7C-BF5E-164F-9C82-33396A12E602}"/>
              </a:ext>
            </a:extLst>
          </p:cNvPr>
          <p:cNvSpPr>
            <a:spLocks noGrp="1" noChangeArrowheads="1"/>
          </p:cNvSpPr>
          <p:nvPr>
            <p:ph type="sldNum" sz="quarter" idx="10"/>
          </p:nvPr>
        </p:nvSpPr>
        <p:spPr/>
        <p:txBody>
          <a:bodyPr/>
          <a:lstStyle>
            <a:lvl1pPr>
              <a:defRPr/>
            </a:lvl1pPr>
          </a:lstStyle>
          <a:p>
            <a:pPr>
              <a:defRPr/>
            </a:pPr>
            <a:fld id="{0B92BBA7-5678-49BD-A9F2-9963086008D8}" type="slidenum">
              <a:rPr lang="en-US" altLang="en-US"/>
              <a:pPr>
                <a:defRPr/>
              </a:pPr>
              <a:t>‹#›</a:t>
            </a:fld>
            <a:endParaRPr lang="en-US" altLang="en-US" dirty="0"/>
          </a:p>
        </p:txBody>
      </p:sp>
    </p:spTree>
    <p:extLst>
      <p:ext uri="{BB962C8B-B14F-4D97-AF65-F5344CB8AC3E}">
        <p14:creationId xmlns:p14="http://schemas.microsoft.com/office/powerpoint/2010/main" val="2391123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800600"/>
            <a:ext cx="8229600" cy="609600"/>
          </a:xfrm>
          <a:prstGeom prst="rect">
            <a:avLst/>
          </a:prstGeom>
          <a:solidFill>
            <a:srgbClr val="005288"/>
          </a:solidFill>
        </p:spPr>
        <p:txBody>
          <a:bodyPr/>
          <a:lstStyle>
            <a:lvl1pPr algn="l">
              <a:defRPr sz="2000" b="1">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457200" y="612775"/>
            <a:ext cx="82296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457200" y="5410200"/>
            <a:ext cx="8229600" cy="347662"/>
          </a:xfrm>
          <a:prstGeom prst="rect">
            <a:avLst/>
          </a:prstGeom>
          <a:solidFill>
            <a:srgbClr val="0078AE"/>
          </a:solidFill>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48DD25C-886A-364F-A7EB-C56AF8D492A2}"/>
              </a:ext>
            </a:extLst>
          </p:cNvPr>
          <p:cNvSpPr>
            <a:spLocks noGrp="1" noChangeArrowheads="1"/>
          </p:cNvSpPr>
          <p:nvPr>
            <p:ph type="sldNum" sz="quarter" idx="10"/>
          </p:nvPr>
        </p:nvSpPr>
        <p:spPr>
          <a:ln/>
        </p:spPr>
        <p:txBody>
          <a:bodyPr/>
          <a:lstStyle>
            <a:lvl1pPr>
              <a:defRPr/>
            </a:lvl1pPr>
          </a:lstStyle>
          <a:p>
            <a:pPr>
              <a:defRPr/>
            </a:pPr>
            <a:fld id="{2D9BDAF8-4C13-4C07-A63C-90EABD31FDC8}" type="slidenum">
              <a:rPr lang="en-US" altLang="en-US"/>
              <a:pPr>
                <a:defRPr/>
              </a:pPr>
              <a:t>‹#›</a:t>
            </a:fld>
            <a:endParaRPr lang="en-US" altLang="en-US" dirty="0"/>
          </a:p>
        </p:txBody>
      </p:sp>
    </p:spTree>
    <p:extLst>
      <p:ext uri="{BB962C8B-B14F-4D97-AF65-F5344CB8AC3E}">
        <p14:creationId xmlns:p14="http://schemas.microsoft.com/office/powerpoint/2010/main" val="4167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457200" y="1600201"/>
            <a:ext cx="8229600" cy="3810000"/>
          </a:xfrm>
          <a:prstGeom prst="rect">
            <a:avLst/>
          </a:prstGeom>
        </p:spPr>
        <p:txBody>
          <a:bodyPr vert="eaVert"/>
          <a:lstStyle>
            <a:lvl1pPr>
              <a:defRPr>
                <a:solidFill>
                  <a:srgbClr val="5A5B5D"/>
                </a:solidFill>
              </a:defRPr>
            </a:lvl1pPr>
            <a:lvl2pPr>
              <a:defRPr>
                <a:solidFill>
                  <a:srgbClr val="5A5B5D"/>
                </a:solidFill>
              </a:defRPr>
            </a:lvl2pPr>
            <a:lvl3pPr>
              <a:defRPr>
                <a:solidFill>
                  <a:srgbClr val="5A5B5D"/>
                </a:solidFill>
              </a:defRPr>
            </a:lvl3pPr>
            <a:lvl4pPr>
              <a:defRPr>
                <a:solidFill>
                  <a:srgbClr val="5A5B5D"/>
                </a:solidFill>
              </a:defRPr>
            </a:lvl4pPr>
            <a:lvl5pPr>
              <a:defRPr>
                <a:solidFill>
                  <a:srgbClr val="5A5B5D"/>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2">
            <a:extLst>
              <a:ext uri="{FF2B5EF4-FFF2-40B4-BE49-F238E27FC236}">
                <a16:creationId xmlns:a16="http://schemas.microsoft.com/office/drawing/2014/main" id="{54557063-FFE6-6949-B5C2-E421DDD07F33}"/>
              </a:ext>
            </a:extLst>
          </p:cNvPr>
          <p:cNvSpPr>
            <a:spLocks noGrp="1" noChangeArrowheads="1"/>
          </p:cNvSpPr>
          <p:nvPr>
            <p:ph type="ctrTitle"/>
          </p:nvPr>
        </p:nvSpPr>
        <p:spPr>
          <a:xfrm>
            <a:off x="0" y="0"/>
            <a:ext cx="9144000" cy="1143000"/>
          </a:xfrm>
          <a:prstGeom prst="rect">
            <a:avLst/>
          </a:prstGeom>
          <a:solidFill>
            <a:srgbClr val="005288"/>
          </a:solidFill>
        </p:spPr>
        <p:txBody>
          <a:bodyPr lIns="457200" tIns="274320" bIns="91440"/>
          <a:lstStyle>
            <a:lvl1pPr>
              <a:defRPr>
                <a:solidFill>
                  <a:schemeClr val="tx1"/>
                </a:solidFill>
              </a:defRPr>
            </a:lvl1pPr>
          </a:lstStyle>
          <a:p>
            <a:r>
              <a:rPr lang="en-US" dirty="0"/>
              <a:t>Click to edit Master title style</a:t>
            </a:r>
          </a:p>
        </p:txBody>
      </p:sp>
      <p:sp>
        <p:nvSpPr>
          <p:cNvPr id="4" name="Rectangle 6">
            <a:extLst>
              <a:ext uri="{FF2B5EF4-FFF2-40B4-BE49-F238E27FC236}">
                <a16:creationId xmlns:a16="http://schemas.microsoft.com/office/drawing/2014/main" id="{A48DD25C-886A-364F-A7EB-C56AF8D492A2}"/>
              </a:ext>
            </a:extLst>
          </p:cNvPr>
          <p:cNvSpPr>
            <a:spLocks noGrp="1" noChangeArrowheads="1"/>
          </p:cNvSpPr>
          <p:nvPr>
            <p:ph type="sldNum" sz="quarter" idx="10"/>
          </p:nvPr>
        </p:nvSpPr>
        <p:spPr>
          <a:ln/>
        </p:spPr>
        <p:txBody>
          <a:bodyPr/>
          <a:lstStyle>
            <a:lvl1pPr>
              <a:defRPr/>
            </a:lvl1pPr>
          </a:lstStyle>
          <a:p>
            <a:pPr>
              <a:defRPr/>
            </a:pPr>
            <a:fld id="{E3D620C9-A061-4166-82F5-4267E7FFBE40}" type="slidenum">
              <a:rPr lang="en-US" altLang="en-US"/>
              <a:pPr>
                <a:defRPr/>
              </a:pPr>
              <a:t>‹#›</a:t>
            </a:fld>
            <a:endParaRPr lang="en-US" altLang="en-US" dirty="0"/>
          </a:p>
        </p:txBody>
      </p:sp>
    </p:spTree>
    <p:extLst>
      <p:ext uri="{BB962C8B-B14F-4D97-AF65-F5344CB8AC3E}">
        <p14:creationId xmlns:p14="http://schemas.microsoft.com/office/powerpoint/2010/main" val="42030047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4475" y="381001"/>
            <a:ext cx="2092325" cy="5029200"/>
          </a:xfrm>
          <a:prstGeom prst="rect">
            <a:avLst/>
          </a:prstGeom>
        </p:spPr>
        <p:txBody>
          <a:bodyPr vert="eaVert" lIns="274320" tIns="274320"/>
          <a:lstStyle/>
          <a:p>
            <a:r>
              <a:rPr lang="en-US"/>
              <a:t>Click to edit Master title style</a:t>
            </a:r>
          </a:p>
        </p:txBody>
      </p:sp>
      <p:sp>
        <p:nvSpPr>
          <p:cNvPr id="3" name="Vertical Text Placeholder 2"/>
          <p:cNvSpPr>
            <a:spLocks noGrp="1"/>
          </p:cNvSpPr>
          <p:nvPr>
            <p:ph type="body" orient="vert" idx="1"/>
          </p:nvPr>
        </p:nvSpPr>
        <p:spPr>
          <a:xfrm>
            <a:off x="315913" y="381001"/>
            <a:ext cx="6126162" cy="5029200"/>
          </a:xfrm>
          <a:prstGeom prst="rect">
            <a:avLst/>
          </a:prstGeom>
        </p:spPr>
        <p:txBody>
          <a:bodyPr vert="eaVert" lIns="274320" tIns="274320"/>
          <a:lstStyle>
            <a:lvl1pPr>
              <a:defRPr>
                <a:solidFill>
                  <a:srgbClr val="5A5B5D"/>
                </a:solidFill>
              </a:defRPr>
            </a:lvl1pPr>
            <a:lvl2pPr>
              <a:defRPr>
                <a:solidFill>
                  <a:srgbClr val="5A5B5D"/>
                </a:solidFill>
              </a:defRPr>
            </a:lvl2pPr>
            <a:lvl3pPr>
              <a:defRPr>
                <a:solidFill>
                  <a:srgbClr val="5A5B5D"/>
                </a:solidFill>
              </a:defRPr>
            </a:lvl3pPr>
            <a:lvl4pPr>
              <a:defRPr>
                <a:solidFill>
                  <a:srgbClr val="5A5B5D"/>
                </a:solidFill>
              </a:defRPr>
            </a:lvl4pPr>
            <a:lvl5pPr>
              <a:defRPr>
                <a:solidFill>
                  <a:srgbClr val="5A5B5D"/>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6">
            <a:extLst>
              <a:ext uri="{FF2B5EF4-FFF2-40B4-BE49-F238E27FC236}">
                <a16:creationId xmlns:a16="http://schemas.microsoft.com/office/drawing/2014/main" id="{A48DD25C-886A-364F-A7EB-C56AF8D492A2}"/>
              </a:ext>
            </a:extLst>
          </p:cNvPr>
          <p:cNvSpPr>
            <a:spLocks noGrp="1" noChangeArrowheads="1"/>
          </p:cNvSpPr>
          <p:nvPr>
            <p:ph type="sldNum" sz="quarter" idx="10"/>
          </p:nvPr>
        </p:nvSpPr>
        <p:spPr>
          <a:ln/>
        </p:spPr>
        <p:txBody>
          <a:bodyPr/>
          <a:lstStyle>
            <a:lvl1pPr>
              <a:defRPr/>
            </a:lvl1pPr>
          </a:lstStyle>
          <a:p>
            <a:pPr>
              <a:defRPr/>
            </a:pPr>
            <a:fld id="{9458A8A2-1264-4995-8120-E776E1F1CF6E}" type="slidenum">
              <a:rPr lang="en-US" altLang="en-US"/>
              <a:pPr>
                <a:defRPr/>
              </a:pPr>
              <a:t>‹#›</a:t>
            </a:fld>
            <a:endParaRPr lang="en-US" altLang="en-US" dirty="0"/>
          </a:p>
        </p:txBody>
      </p:sp>
    </p:spTree>
    <p:extLst>
      <p:ext uri="{BB962C8B-B14F-4D97-AF65-F5344CB8AC3E}">
        <p14:creationId xmlns:p14="http://schemas.microsoft.com/office/powerpoint/2010/main" val="37781785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lip Art and Text">
    <p:spTree>
      <p:nvGrpSpPr>
        <p:cNvPr id="1" name=""/>
        <p:cNvGrpSpPr/>
        <p:nvPr/>
      </p:nvGrpSpPr>
      <p:grpSpPr>
        <a:xfrm>
          <a:off x="0" y="0"/>
          <a:ext cx="0" cy="0"/>
          <a:chOff x="0" y="0"/>
          <a:chExt cx="0" cy="0"/>
        </a:xfrm>
      </p:grpSpPr>
      <p:sp>
        <p:nvSpPr>
          <p:cNvPr id="3" name="ClipArt Placeholder 2"/>
          <p:cNvSpPr>
            <a:spLocks noGrp="1"/>
          </p:cNvSpPr>
          <p:nvPr>
            <p:ph type="clipArt" sz="half" idx="1"/>
          </p:nvPr>
        </p:nvSpPr>
        <p:spPr>
          <a:xfrm>
            <a:off x="457200" y="1600201"/>
            <a:ext cx="4038600" cy="3810000"/>
          </a:xfrm>
          <a:prstGeom prst="rect">
            <a:avLst/>
          </a:prstGeom>
        </p:spPr>
        <p:txBody>
          <a:bodyPr/>
          <a:lstStyle>
            <a:lvl1pPr>
              <a:defRPr>
                <a:solidFill>
                  <a:srgbClr val="5A5B5D"/>
                </a:solidFill>
              </a:defRPr>
            </a:lvl1pPr>
          </a:lstStyle>
          <a:p>
            <a:pPr lvl="0"/>
            <a:endParaRPr lang="en-US" noProof="0" dirty="0"/>
          </a:p>
        </p:txBody>
      </p:sp>
      <p:sp>
        <p:nvSpPr>
          <p:cNvPr id="4" name="Text Placeholder 3"/>
          <p:cNvSpPr>
            <a:spLocks noGrp="1"/>
          </p:cNvSpPr>
          <p:nvPr>
            <p:ph type="body" sz="half" idx="2"/>
          </p:nvPr>
        </p:nvSpPr>
        <p:spPr>
          <a:xfrm>
            <a:off x="4648200" y="1600200"/>
            <a:ext cx="4038600" cy="3810001"/>
          </a:xfrm>
          <a:prstGeom prst="rect">
            <a:avLst/>
          </a:prstGeom>
        </p:spPr>
        <p:txBody>
          <a:bodyPr/>
          <a:lstStyle>
            <a:lvl1pPr>
              <a:defRPr>
                <a:solidFill>
                  <a:srgbClr val="5A5B5D"/>
                </a:solidFill>
              </a:defRPr>
            </a:lvl1pPr>
            <a:lvl2pPr>
              <a:defRPr>
                <a:solidFill>
                  <a:srgbClr val="5A5B5D"/>
                </a:solidFill>
              </a:defRPr>
            </a:lvl2pPr>
            <a:lvl3pPr>
              <a:defRPr>
                <a:solidFill>
                  <a:srgbClr val="5A5B5D"/>
                </a:solidFill>
              </a:defRPr>
            </a:lvl3pPr>
            <a:lvl4pPr>
              <a:defRPr>
                <a:solidFill>
                  <a:srgbClr val="5A5B5D"/>
                </a:solidFill>
              </a:defRPr>
            </a:lvl4pPr>
            <a:lvl5pPr>
              <a:defRPr>
                <a:solidFill>
                  <a:srgbClr val="5A5B5D"/>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a:extLst>
              <a:ext uri="{FF2B5EF4-FFF2-40B4-BE49-F238E27FC236}">
                <a16:creationId xmlns:a16="http://schemas.microsoft.com/office/drawing/2014/main" id="{BCF33210-DE39-764E-BDB5-99129396B39C}"/>
              </a:ext>
            </a:extLst>
          </p:cNvPr>
          <p:cNvSpPr>
            <a:spLocks noGrp="1" noChangeArrowheads="1"/>
          </p:cNvSpPr>
          <p:nvPr>
            <p:ph type="ctrTitle"/>
          </p:nvPr>
        </p:nvSpPr>
        <p:spPr>
          <a:xfrm>
            <a:off x="0" y="0"/>
            <a:ext cx="9144000" cy="1143000"/>
          </a:xfrm>
          <a:prstGeom prst="rect">
            <a:avLst/>
          </a:prstGeom>
          <a:solidFill>
            <a:srgbClr val="005288"/>
          </a:solidFill>
        </p:spPr>
        <p:txBody>
          <a:bodyPr lIns="457200" tIns="274320" bIns="91440"/>
          <a:lstStyle>
            <a:lvl1pPr>
              <a:defRPr>
                <a:solidFill>
                  <a:schemeClr val="tx1"/>
                </a:solidFill>
              </a:defRPr>
            </a:lvl1pPr>
          </a:lstStyle>
          <a:p>
            <a:r>
              <a:rPr lang="en-US" dirty="0"/>
              <a:t>Click to edit Master title style</a:t>
            </a:r>
          </a:p>
        </p:txBody>
      </p:sp>
      <p:sp>
        <p:nvSpPr>
          <p:cNvPr id="5" name="Rectangle 6">
            <a:extLst>
              <a:ext uri="{FF2B5EF4-FFF2-40B4-BE49-F238E27FC236}">
                <a16:creationId xmlns:a16="http://schemas.microsoft.com/office/drawing/2014/main" id="{A48DD25C-886A-364F-A7EB-C56AF8D492A2}"/>
              </a:ext>
            </a:extLst>
          </p:cNvPr>
          <p:cNvSpPr>
            <a:spLocks noGrp="1" noChangeArrowheads="1"/>
          </p:cNvSpPr>
          <p:nvPr>
            <p:ph type="sldNum" sz="quarter" idx="10"/>
          </p:nvPr>
        </p:nvSpPr>
        <p:spPr>
          <a:ln/>
        </p:spPr>
        <p:txBody>
          <a:bodyPr/>
          <a:lstStyle>
            <a:lvl1pPr>
              <a:defRPr/>
            </a:lvl1pPr>
          </a:lstStyle>
          <a:p>
            <a:pPr>
              <a:defRPr/>
            </a:pPr>
            <a:fld id="{6797D40D-0C49-4FA8-A8CA-C1ED37773078}" type="slidenum">
              <a:rPr lang="en-US" altLang="en-US"/>
              <a:pPr>
                <a:defRPr/>
              </a:pPr>
              <a:t>‹#›</a:t>
            </a:fld>
            <a:endParaRPr lang="en-US" altLang="en-US" dirty="0"/>
          </a:p>
        </p:txBody>
      </p:sp>
    </p:spTree>
    <p:extLst>
      <p:ext uri="{BB962C8B-B14F-4D97-AF65-F5344CB8AC3E}">
        <p14:creationId xmlns:p14="http://schemas.microsoft.com/office/powerpoint/2010/main" val="1361953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eal Only White Backgroun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743088-8D72-E041-BEF5-2102B1FC07A9}"/>
              </a:ext>
            </a:extLst>
          </p:cNvPr>
          <p:cNvSpPr>
            <a:spLocks noChangeArrowheads="1"/>
          </p:cNvSpPr>
          <p:nvPr userDrawn="1"/>
        </p:nvSpPr>
        <p:spPr bwMode="auto">
          <a:xfrm>
            <a:off x="0" y="0"/>
            <a:ext cx="9144000" cy="6858000"/>
          </a:xfrm>
          <a:prstGeom prst="rect">
            <a:avLst/>
          </a:prstGeom>
          <a:solidFill>
            <a:schemeClr val="tx1"/>
          </a:solidFill>
          <a:ln w="9525" algn="ctr">
            <a:solidFill>
              <a:schemeClr val="tx1"/>
            </a:solidFill>
            <a:round/>
            <a:headEnd/>
            <a:tailEnd/>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defRPr/>
            </a:pPr>
            <a:endParaRPr lang="en-US" altLang="en-US" dirty="0"/>
          </a:p>
        </p:txBody>
      </p:sp>
      <p:pic>
        <p:nvPicPr>
          <p:cNvPr id="3" name="Picture 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89063" y="2057400"/>
            <a:ext cx="636587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6">
            <a:extLst>
              <a:ext uri="{FF2B5EF4-FFF2-40B4-BE49-F238E27FC236}">
                <a16:creationId xmlns:a16="http://schemas.microsoft.com/office/drawing/2014/main" id="{C241C91F-43C9-CC47-BEAF-505072A3E319}"/>
              </a:ext>
            </a:extLst>
          </p:cNvPr>
          <p:cNvSpPr>
            <a:spLocks noGrp="1" noChangeArrowheads="1"/>
          </p:cNvSpPr>
          <p:nvPr>
            <p:ph type="sldNum" sz="quarter" idx="10"/>
          </p:nvPr>
        </p:nvSpPr>
        <p:spPr/>
        <p:txBody>
          <a:bodyPr/>
          <a:lstStyle>
            <a:lvl1pPr>
              <a:defRPr/>
            </a:lvl1pPr>
          </a:lstStyle>
          <a:p>
            <a:pPr>
              <a:defRPr/>
            </a:pPr>
            <a:fld id="{41450155-0687-40A1-8D13-BC4AA3619513}" type="slidenum">
              <a:rPr lang="en-US" altLang="en-US"/>
              <a:pPr>
                <a:defRPr/>
              </a:pPr>
              <a:t>‹#›</a:t>
            </a:fld>
            <a:endParaRPr lang="en-US" altLang="en-US" dirty="0"/>
          </a:p>
        </p:txBody>
      </p:sp>
    </p:spTree>
    <p:extLst>
      <p:ext uri="{BB962C8B-B14F-4D97-AF65-F5344CB8AC3E}">
        <p14:creationId xmlns:p14="http://schemas.microsoft.com/office/powerpoint/2010/main" val="41339888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eal Only Blue Backgroun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2445E05-E189-7E47-A390-096FC8212B20}"/>
              </a:ext>
            </a:extLst>
          </p:cNvPr>
          <p:cNvSpPr>
            <a:spLocks noChangeArrowheads="1"/>
          </p:cNvSpPr>
          <p:nvPr userDrawn="1"/>
        </p:nvSpPr>
        <p:spPr bwMode="auto">
          <a:xfrm>
            <a:off x="0" y="0"/>
            <a:ext cx="9144000" cy="6858000"/>
          </a:xfrm>
          <a:prstGeom prst="rect">
            <a:avLst/>
          </a:prstGeom>
          <a:solidFill>
            <a:srgbClr val="005288"/>
          </a:solidFill>
          <a:ln w="9525" algn="ctr">
            <a:solidFill>
              <a:schemeClr val="tx1"/>
            </a:solidFill>
            <a:round/>
            <a:headEnd/>
            <a:tailEnd/>
          </a:ln>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defRPr/>
            </a:pPr>
            <a:endParaRPr lang="en-US" altLang="en-US" dirty="0"/>
          </a:p>
        </p:txBody>
      </p:sp>
      <p:pic>
        <p:nvPicPr>
          <p:cNvPr id="3" name="Picture 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89063" y="2057400"/>
            <a:ext cx="636587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6">
            <a:extLst>
              <a:ext uri="{FF2B5EF4-FFF2-40B4-BE49-F238E27FC236}">
                <a16:creationId xmlns:a16="http://schemas.microsoft.com/office/drawing/2014/main" id="{3B9E1CFC-A486-CD43-9B1F-D67C2D5B49B9}"/>
              </a:ext>
            </a:extLst>
          </p:cNvPr>
          <p:cNvSpPr>
            <a:spLocks noGrp="1" noChangeArrowheads="1"/>
          </p:cNvSpPr>
          <p:nvPr>
            <p:ph type="sldNum" sz="quarter" idx="10"/>
          </p:nvPr>
        </p:nvSpPr>
        <p:spPr/>
        <p:txBody>
          <a:bodyPr/>
          <a:lstStyle>
            <a:lvl1pPr>
              <a:defRPr/>
            </a:lvl1pPr>
          </a:lstStyle>
          <a:p>
            <a:pPr>
              <a:defRPr/>
            </a:pPr>
            <a:fld id="{184368EA-2A70-4D6F-935D-657B7FB305C9}" type="slidenum">
              <a:rPr lang="en-US" altLang="en-US"/>
              <a:pPr>
                <a:defRPr/>
              </a:pPr>
              <a:t>‹#›</a:t>
            </a:fld>
            <a:endParaRPr lang="en-US" altLang="en-US" dirty="0"/>
          </a:p>
        </p:txBody>
      </p:sp>
    </p:spTree>
    <p:extLst>
      <p:ext uri="{BB962C8B-B14F-4D97-AF65-F5344CB8AC3E}">
        <p14:creationId xmlns:p14="http://schemas.microsoft.com/office/powerpoint/2010/main" val="3423787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47462" name="Rectangle 6">
            <a:extLst>
              <a:ext uri="{FF2B5EF4-FFF2-40B4-BE49-F238E27FC236}">
                <a16:creationId xmlns:a16="http://schemas.microsoft.com/office/drawing/2014/main" id="{A48DD25C-886A-364F-A7EB-C56AF8D492A2}"/>
              </a:ext>
            </a:extLst>
          </p:cNvPr>
          <p:cNvSpPr>
            <a:spLocks noGrp="1" noChangeArrowheads="1"/>
          </p:cNvSpPr>
          <p:nvPr>
            <p:ph type="sldNum" sz="quarter" idx="4"/>
          </p:nvPr>
        </p:nvSpPr>
        <p:spPr bwMode="black">
          <a:xfrm>
            <a:off x="8610600" y="6429375"/>
            <a:ext cx="457200" cy="2603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spAutoFit/>
          </a:bodyPr>
          <a:lstStyle>
            <a:lvl1pPr>
              <a:defRPr sz="1100">
                <a:solidFill>
                  <a:srgbClr val="5A5B5D"/>
                </a:solidFill>
              </a:defRPr>
            </a:lvl1pPr>
          </a:lstStyle>
          <a:p>
            <a:pPr>
              <a:defRPr/>
            </a:pPr>
            <a:fld id="{16027A46-BBE2-49CB-B96D-750E7FDAA4F2}" type="slidenum">
              <a:rPr lang="en-US" altLang="en-US"/>
              <a:pPr>
                <a:defRPr/>
              </a:pPr>
              <a:t>‹#›</a:t>
            </a:fld>
            <a:endParaRPr lang="en-US" altLang="en-US" dirty="0"/>
          </a:p>
        </p:txBody>
      </p:sp>
      <p:sp>
        <p:nvSpPr>
          <p:cNvPr id="1029" name="Rectangle 7">
            <a:extLst>
              <a:ext uri="{FF2B5EF4-FFF2-40B4-BE49-F238E27FC236}">
                <a16:creationId xmlns:a16="http://schemas.microsoft.com/office/drawing/2014/main" id="{3E9D26B3-4765-6C48-BAE7-7D8601A0F267}"/>
              </a:ext>
            </a:extLst>
          </p:cNvPr>
          <p:cNvSpPr>
            <a:spLocks noChangeArrowheads="1"/>
          </p:cNvSpPr>
          <p:nvPr/>
        </p:nvSpPr>
        <p:spPr bwMode="black">
          <a:xfrm>
            <a:off x="5791200" y="6400800"/>
            <a:ext cx="3505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defRPr/>
            </a:pPr>
            <a:r>
              <a:rPr lang="en-US" altLang="en-US" sz="1100" dirty="0">
                <a:solidFill>
                  <a:srgbClr val="5A5B5D"/>
                </a:solidFill>
              </a:rPr>
              <a:t>Debbie Bea          March 16, 2020</a:t>
            </a:r>
          </a:p>
        </p:txBody>
      </p:sp>
      <p:pic>
        <p:nvPicPr>
          <p:cNvPr id="1028" name="Picture 2"/>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403225" y="5991225"/>
            <a:ext cx="172402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dk2" tx1="lt1" bg2="dk1" tx2="lt2" accent1="accent1" accent2="accent2" accent3="accent3" accent4="accent4" accent5="accent5" accent6="accent6" hlink="hlink" folHlink="folHlink"/>
  <p:sldLayoutIdLst>
    <p:sldLayoutId id="2147483738" r:id="rId1"/>
    <p:sldLayoutId id="2147483739" r:id="rId2"/>
    <p:sldLayoutId id="2147483728" r:id="rId3"/>
    <p:sldLayoutId id="2147483729" r:id="rId4"/>
    <p:sldLayoutId id="2147483730" r:id="rId5"/>
    <p:sldLayoutId id="2147483731" r:id="rId6"/>
    <p:sldLayoutId id="2147483732" r:id="rId7"/>
    <p:sldLayoutId id="2147483733" r:id="rId8"/>
    <p:sldLayoutId id="2147483740" r:id="rId9"/>
    <p:sldLayoutId id="2147483734" r:id="rId10"/>
    <p:sldLayoutId id="2147483735" r:id="rId11"/>
    <p:sldLayoutId id="2147483736" r:id="rId12"/>
    <p:sldLayoutId id="2147483737" r:id="rId13"/>
    <p:sldLayoutId id="2147483741" r:id="rId14"/>
    <p:sldLayoutId id="2147483742" r:id="rId15"/>
  </p:sldLayoutIdLst>
  <p:hf hdr="0" dt="0"/>
  <p:txStyles>
    <p:titleStyle>
      <a:lvl1pPr algn="l" rtl="0" eaLnBrk="0" fontAlgn="base" hangingPunct="0">
        <a:spcBef>
          <a:spcPct val="0"/>
        </a:spcBef>
        <a:spcAft>
          <a:spcPct val="0"/>
        </a:spcAft>
        <a:defRPr sz="4200">
          <a:solidFill>
            <a:srgbClr val="005288"/>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4200">
          <a:solidFill>
            <a:srgbClr val="005288"/>
          </a:solidFill>
          <a:latin typeface="Arial" panose="020B0604020202020204" pitchFamily="34" charset="0"/>
          <a:cs typeface="Arial" panose="020B0604020202020204" pitchFamily="34" charset="0"/>
        </a:defRPr>
      </a:lvl2pPr>
      <a:lvl3pPr algn="l" rtl="0" eaLnBrk="0" fontAlgn="base" hangingPunct="0">
        <a:spcBef>
          <a:spcPct val="0"/>
        </a:spcBef>
        <a:spcAft>
          <a:spcPct val="0"/>
        </a:spcAft>
        <a:defRPr sz="4200">
          <a:solidFill>
            <a:srgbClr val="005288"/>
          </a:solidFill>
          <a:latin typeface="Arial" panose="020B0604020202020204" pitchFamily="34" charset="0"/>
          <a:cs typeface="Arial" panose="020B0604020202020204" pitchFamily="34" charset="0"/>
        </a:defRPr>
      </a:lvl3pPr>
      <a:lvl4pPr algn="l" rtl="0" eaLnBrk="0" fontAlgn="base" hangingPunct="0">
        <a:spcBef>
          <a:spcPct val="0"/>
        </a:spcBef>
        <a:spcAft>
          <a:spcPct val="0"/>
        </a:spcAft>
        <a:defRPr sz="4200">
          <a:solidFill>
            <a:srgbClr val="005288"/>
          </a:solidFill>
          <a:latin typeface="Arial" panose="020B0604020202020204" pitchFamily="34" charset="0"/>
          <a:cs typeface="Arial" panose="020B0604020202020204" pitchFamily="34" charset="0"/>
        </a:defRPr>
      </a:lvl4pPr>
      <a:lvl5pPr algn="l" rtl="0" eaLnBrk="0" fontAlgn="base" hangingPunct="0">
        <a:spcBef>
          <a:spcPct val="0"/>
        </a:spcBef>
        <a:spcAft>
          <a:spcPct val="0"/>
        </a:spcAft>
        <a:defRPr sz="4200">
          <a:solidFill>
            <a:srgbClr val="005288"/>
          </a:solidFill>
          <a:latin typeface="Arial" panose="020B0604020202020204" pitchFamily="34" charset="0"/>
          <a:cs typeface="Arial" panose="020B0604020202020204" pitchFamily="34" charset="0"/>
        </a:defRPr>
      </a:lvl5pPr>
      <a:lvl6pPr marL="457200" algn="l" rtl="0" eaLnBrk="0" fontAlgn="base" hangingPunct="0">
        <a:spcBef>
          <a:spcPct val="0"/>
        </a:spcBef>
        <a:spcAft>
          <a:spcPct val="0"/>
        </a:spcAft>
        <a:defRPr sz="4200">
          <a:solidFill>
            <a:srgbClr val="000063"/>
          </a:solidFill>
          <a:latin typeface="Times New Roman" pitchFamily="18" charset="0"/>
        </a:defRPr>
      </a:lvl6pPr>
      <a:lvl7pPr marL="914400" algn="l" rtl="0" eaLnBrk="0" fontAlgn="base" hangingPunct="0">
        <a:spcBef>
          <a:spcPct val="0"/>
        </a:spcBef>
        <a:spcAft>
          <a:spcPct val="0"/>
        </a:spcAft>
        <a:defRPr sz="4200">
          <a:solidFill>
            <a:srgbClr val="000063"/>
          </a:solidFill>
          <a:latin typeface="Times New Roman" pitchFamily="18" charset="0"/>
        </a:defRPr>
      </a:lvl7pPr>
      <a:lvl8pPr marL="1371600" algn="l" rtl="0" eaLnBrk="0" fontAlgn="base" hangingPunct="0">
        <a:spcBef>
          <a:spcPct val="0"/>
        </a:spcBef>
        <a:spcAft>
          <a:spcPct val="0"/>
        </a:spcAft>
        <a:defRPr sz="4200">
          <a:solidFill>
            <a:srgbClr val="000063"/>
          </a:solidFill>
          <a:latin typeface="Times New Roman" pitchFamily="18" charset="0"/>
        </a:defRPr>
      </a:lvl8pPr>
      <a:lvl9pPr marL="1828800" algn="l" rtl="0" eaLnBrk="0" fontAlgn="base" hangingPunct="0">
        <a:spcBef>
          <a:spcPct val="0"/>
        </a:spcBef>
        <a:spcAft>
          <a:spcPct val="0"/>
        </a:spcAft>
        <a:defRPr sz="4200">
          <a:solidFill>
            <a:srgbClr val="000063"/>
          </a:solidFill>
          <a:latin typeface="Times New Roman" pitchFamily="18" charset="0"/>
        </a:defRPr>
      </a:lvl9pPr>
    </p:titleStyle>
    <p:bodyStyle>
      <a:lvl1pPr marL="233363" indent="-233363" algn="l" rtl="0" eaLnBrk="0" fontAlgn="base" hangingPunct="0">
        <a:spcBef>
          <a:spcPct val="60000"/>
        </a:spcBef>
        <a:spcAft>
          <a:spcPct val="0"/>
        </a:spcAft>
        <a:buClr>
          <a:srgbClr val="B0B1B3"/>
        </a:buClr>
        <a:buFont typeface="Wingdings" panose="05000000000000000000" pitchFamily="2" charset="2"/>
        <a:buChar char="§"/>
        <a:defRPr sz="2200">
          <a:solidFill>
            <a:srgbClr val="EFF7FF"/>
          </a:solidFill>
          <a:latin typeface="+mn-lt"/>
          <a:ea typeface="+mn-ea"/>
          <a:cs typeface="+mn-cs"/>
        </a:defRPr>
      </a:lvl1pPr>
      <a:lvl2pPr marL="571500" indent="-223838" algn="l" rtl="0" eaLnBrk="0" fontAlgn="base" hangingPunct="0">
        <a:spcBef>
          <a:spcPct val="30000"/>
        </a:spcBef>
        <a:spcAft>
          <a:spcPct val="0"/>
        </a:spcAft>
        <a:buClr>
          <a:srgbClr val="B0B1B3"/>
        </a:buClr>
        <a:buFont typeface="Wingdings" panose="05000000000000000000" pitchFamily="2" charset="2"/>
        <a:buChar char="§"/>
        <a:defRPr sz="1700">
          <a:solidFill>
            <a:srgbClr val="EFF7FF"/>
          </a:solidFill>
          <a:latin typeface="+mn-lt"/>
        </a:defRPr>
      </a:lvl2pPr>
      <a:lvl3pPr marL="909638" indent="-222250" algn="l" rtl="0" eaLnBrk="0" fontAlgn="base" hangingPunct="0">
        <a:spcBef>
          <a:spcPct val="30000"/>
        </a:spcBef>
        <a:spcAft>
          <a:spcPct val="0"/>
        </a:spcAft>
        <a:buClr>
          <a:srgbClr val="B0B1B3"/>
        </a:buClr>
        <a:buFont typeface="Wingdings" panose="05000000000000000000" pitchFamily="2" charset="2"/>
        <a:buChar char="§"/>
        <a:defRPr sz="2000">
          <a:solidFill>
            <a:srgbClr val="EFF7FF"/>
          </a:solidFill>
          <a:latin typeface="+mn-lt"/>
        </a:defRPr>
      </a:lvl3pPr>
      <a:lvl4pPr marL="1258888" indent="-231775" algn="l" rtl="0" eaLnBrk="0" fontAlgn="base" hangingPunct="0">
        <a:spcBef>
          <a:spcPct val="30000"/>
        </a:spcBef>
        <a:spcAft>
          <a:spcPct val="0"/>
        </a:spcAft>
        <a:buClr>
          <a:srgbClr val="B0B1B3"/>
        </a:buClr>
        <a:buFont typeface="Wingdings" panose="05000000000000000000" pitchFamily="2" charset="2"/>
        <a:buChar char="§"/>
        <a:defRPr sz="1700">
          <a:solidFill>
            <a:srgbClr val="EFF7FF"/>
          </a:solidFill>
          <a:latin typeface="+mn-lt"/>
        </a:defRPr>
      </a:lvl4pPr>
      <a:lvl5pPr marL="1598613" indent="-222250" algn="l" rtl="0" eaLnBrk="0" fontAlgn="base" hangingPunct="0">
        <a:spcBef>
          <a:spcPct val="30000"/>
        </a:spcBef>
        <a:spcAft>
          <a:spcPct val="0"/>
        </a:spcAft>
        <a:buClr>
          <a:srgbClr val="B0B1B3"/>
        </a:buClr>
        <a:buFont typeface="Wingdings" panose="05000000000000000000" pitchFamily="2" charset="2"/>
        <a:buChar char="§"/>
        <a:defRPr sz="2000">
          <a:solidFill>
            <a:srgbClr val="EFF7FF"/>
          </a:solidFill>
          <a:latin typeface="+mn-lt"/>
        </a:defRPr>
      </a:lvl5pPr>
      <a:lvl6pPr marL="2055813" indent="-222250" algn="l" rtl="0" eaLnBrk="0" fontAlgn="base" hangingPunct="0">
        <a:spcBef>
          <a:spcPct val="30000"/>
        </a:spcBef>
        <a:spcAft>
          <a:spcPct val="0"/>
        </a:spcAft>
        <a:buClr>
          <a:srgbClr val="B0B1B3"/>
        </a:buClr>
        <a:buFont typeface="Wingdings" pitchFamily="2" charset="2"/>
        <a:buChar char="§"/>
        <a:defRPr sz="2000">
          <a:solidFill>
            <a:srgbClr val="EFF7FF"/>
          </a:solidFill>
          <a:latin typeface="+mn-lt"/>
        </a:defRPr>
      </a:lvl6pPr>
      <a:lvl7pPr marL="2513013" indent="-222250" algn="l" rtl="0" eaLnBrk="0" fontAlgn="base" hangingPunct="0">
        <a:spcBef>
          <a:spcPct val="30000"/>
        </a:spcBef>
        <a:spcAft>
          <a:spcPct val="0"/>
        </a:spcAft>
        <a:buClr>
          <a:srgbClr val="B0B1B3"/>
        </a:buClr>
        <a:buFont typeface="Wingdings" pitchFamily="2" charset="2"/>
        <a:buChar char="§"/>
        <a:defRPr sz="2000">
          <a:solidFill>
            <a:srgbClr val="EFF7FF"/>
          </a:solidFill>
          <a:latin typeface="+mn-lt"/>
        </a:defRPr>
      </a:lvl7pPr>
      <a:lvl8pPr marL="2970213" indent="-222250" algn="l" rtl="0" eaLnBrk="0" fontAlgn="base" hangingPunct="0">
        <a:spcBef>
          <a:spcPct val="30000"/>
        </a:spcBef>
        <a:spcAft>
          <a:spcPct val="0"/>
        </a:spcAft>
        <a:buClr>
          <a:srgbClr val="B0B1B3"/>
        </a:buClr>
        <a:buFont typeface="Wingdings" pitchFamily="2" charset="2"/>
        <a:buChar char="§"/>
        <a:defRPr sz="2000">
          <a:solidFill>
            <a:srgbClr val="EFF7FF"/>
          </a:solidFill>
          <a:latin typeface="+mn-lt"/>
        </a:defRPr>
      </a:lvl8pPr>
      <a:lvl9pPr marL="3427413" indent="-222250" algn="l" rtl="0" eaLnBrk="0" fontAlgn="base" hangingPunct="0">
        <a:spcBef>
          <a:spcPct val="30000"/>
        </a:spcBef>
        <a:spcAft>
          <a:spcPct val="0"/>
        </a:spcAft>
        <a:buClr>
          <a:srgbClr val="B0B1B3"/>
        </a:buClr>
        <a:buFont typeface="Wingdings" pitchFamily="2" charset="2"/>
        <a:buChar char="§"/>
        <a:defRPr sz="2000">
          <a:solidFill>
            <a:srgbClr val="EFF7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48E4AC-15FB-A440-ABB9-57E252D7A04C}"/>
              </a:ext>
            </a:extLst>
          </p:cNvPr>
          <p:cNvSpPr>
            <a:spLocks noGrp="1"/>
          </p:cNvSpPr>
          <p:nvPr>
            <p:ph type="title"/>
          </p:nvPr>
        </p:nvSpPr>
        <p:spPr>
          <a:xfrm>
            <a:off x="0" y="276225"/>
            <a:ext cx="9144000" cy="5133975"/>
          </a:xfrm>
        </p:spPr>
        <p:txBody>
          <a:bodyPr/>
          <a:lstStyle/>
          <a:p>
            <a:pPr>
              <a:defRPr/>
            </a:pPr>
            <a:r>
              <a:rPr lang="en-US" sz="3200" dirty="0"/>
              <a:t>Proposed Architecture for TSPWeb</a:t>
            </a:r>
          </a:p>
        </p:txBody>
      </p:sp>
      <p:sp>
        <p:nvSpPr>
          <p:cNvPr id="19458" name="Rectangle 3"/>
          <p:cNvSpPr>
            <a:spLocks noChangeArrowheads="1"/>
          </p:cNvSpPr>
          <p:nvPr/>
        </p:nvSpPr>
        <p:spPr bwMode="auto">
          <a:xfrm rot="-5400000">
            <a:off x="9380538" y="1712913"/>
            <a:ext cx="304800" cy="304800"/>
          </a:xfrm>
          <a:prstGeom prst="rect">
            <a:avLst/>
          </a:prstGeom>
          <a:solidFill>
            <a:srgbClr val="005288"/>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dirty="0"/>
          </a:p>
        </p:txBody>
      </p:sp>
      <p:sp>
        <p:nvSpPr>
          <p:cNvPr id="19459" name="Rectangle 4"/>
          <p:cNvSpPr>
            <a:spLocks noChangeArrowheads="1"/>
          </p:cNvSpPr>
          <p:nvPr/>
        </p:nvSpPr>
        <p:spPr bwMode="auto">
          <a:xfrm rot="-5400000">
            <a:off x="9705975" y="1712913"/>
            <a:ext cx="304800" cy="304800"/>
          </a:xfrm>
          <a:prstGeom prst="rect">
            <a:avLst/>
          </a:prstGeom>
          <a:solidFill>
            <a:srgbClr val="0078AE"/>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dirty="0"/>
          </a:p>
        </p:txBody>
      </p:sp>
      <p:sp>
        <p:nvSpPr>
          <p:cNvPr id="19460" name="Rectangle 5"/>
          <p:cNvSpPr>
            <a:spLocks noChangeArrowheads="1"/>
          </p:cNvSpPr>
          <p:nvPr/>
        </p:nvSpPr>
        <p:spPr bwMode="auto">
          <a:xfrm rot="-5400000">
            <a:off x="10029825" y="1712913"/>
            <a:ext cx="304800" cy="304800"/>
          </a:xfrm>
          <a:prstGeom prst="rect">
            <a:avLst/>
          </a:prstGeom>
          <a:solidFill>
            <a:srgbClr val="5A5B5D"/>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dirty="0"/>
          </a:p>
        </p:txBody>
      </p:sp>
      <p:sp>
        <p:nvSpPr>
          <p:cNvPr id="19461" name="Rectangle 6"/>
          <p:cNvSpPr>
            <a:spLocks noChangeArrowheads="1"/>
          </p:cNvSpPr>
          <p:nvPr/>
        </p:nvSpPr>
        <p:spPr bwMode="auto">
          <a:xfrm rot="-5400000">
            <a:off x="10355263" y="1712913"/>
            <a:ext cx="304800" cy="304800"/>
          </a:xfrm>
          <a:prstGeom prst="rect">
            <a:avLst/>
          </a:prstGeom>
          <a:solidFill>
            <a:srgbClr val="C0C2C4"/>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dirty="0"/>
          </a:p>
        </p:txBody>
      </p:sp>
      <p:sp>
        <p:nvSpPr>
          <p:cNvPr id="19462" name="Rectangle 7"/>
          <p:cNvSpPr>
            <a:spLocks noChangeArrowheads="1"/>
          </p:cNvSpPr>
          <p:nvPr/>
        </p:nvSpPr>
        <p:spPr bwMode="auto">
          <a:xfrm rot="-5400000">
            <a:off x="9380538" y="2030413"/>
            <a:ext cx="304800" cy="304800"/>
          </a:xfrm>
          <a:prstGeom prst="rect">
            <a:avLst/>
          </a:prstGeom>
          <a:solidFill>
            <a:srgbClr val="C4123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dirty="0"/>
          </a:p>
        </p:txBody>
      </p:sp>
      <p:sp>
        <p:nvSpPr>
          <p:cNvPr id="19463" name="Rectangle 8"/>
          <p:cNvSpPr>
            <a:spLocks noChangeArrowheads="1"/>
          </p:cNvSpPr>
          <p:nvPr/>
        </p:nvSpPr>
        <p:spPr bwMode="auto">
          <a:xfrm rot="-5400000">
            <a:off x="9705975" y="2030413"/>
            <a:ext cx="304800" cy="304800"/>
          </a:xfrm>
          <a:prstGeom prst="rect">
            <a:avLst/>
          </a:prstGeom>
          <a:solidFill>
            <a:srgbClr val="5E973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dirty="0"/>
          </a:p>
        </p:txBody>
      </p:sp>
      <p:sp>
        <p:nvSpPr>
          <p:cNvPr id="19464" name="Rectangle 9"/>
          <p:cNvSpPr>
            <a:spLocks noChangeArrowheads="1"/>
          </p:cNvSpPr>
          <p:nvPr/>
        </p:nvSpPr>
        <p:spPr bwMode="auto">
          <a:xfrm rot="-5400000">
            <a:off x="10029825" y="2030413"/>
            <a:ext cx="304800" cy="304800"/>
          </a:xfrm>
          <a:prstGeom prst="rect">
            <a:avLst/>
          </a:prstGeom>
          <a:solidFill>
            <a:srgbClr val="0000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dirty="0"/>
          </a:p>
        </p:txBody>
      </p:sp>
      <p:sp>
        <p:nvSpPr>
          <p:cNvPr id="19465" name="Rectangle 10"/>
          <p:cNvSpPr>
            <a:spLocks noChangeArrowheads="1"/>
          </p:cNvSpPr>
          <p:nvPr/>
        </p:nvSpPr>
        <p:spPr bwMode="auto">
          <a:xfrm rot="-5400000">
            <a:off x="10355263" y="2030413"/>
            <a:ext cx="304800" cy="304800"/>
          </a:xfrm>
          <a:prstGeom prst="rect">
            <a:avLst/>
          </a:prstGeom>
          <a:solidFill>
            <a:schemeClr val="tx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endParaRPr lang="en-US" altLang="en-US" dirty="0"/>
          </a:p>
        </p:txBody>
      </p:sp>
      <p:sp>
        <p:nvSpPr>
          <p:cNvPr id="19466" name="TextBox 13"/>
          <p:cNvSpPr txBox="1">
            <a:spLocks noChangeArrowheads="1"/>
          </p:cNvSpPr>
          <p:nvPr/>
        </p:nvSpPr>
        <p:spPr bwMode="auto">
          <a:xfrm>
            <a:off x="9220200" y="6319838"/>
            <a:ext cx="1993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200" dirty="0">
                <a:solidFill>
                  <a:srgbClr val="FF0000"/>
                </a:solidFill>
              </a:rPr>
              <a:t>Change Presenter’s Name</a:t>
            </a:r>
          </a:p>
          <a:p>
            <a:r>
              <a:rPr lang="en-US" altLang="en-US" sz="1200" dirty="0">
                <a:solidFill>
                  <a:srgbClr val="FF0000"/>
                </a:solidFill>
              </a:rPr>
              <a:t>And Date in Slide Master</a:t>
            </a:r>
          </a:p>
        </p:txBody>
      </p:sp>
      <p:sp>
        <p:nvSpPr>
          <p:cNvPr id="19467" name="TextBox 15"/>
          <p:cNvSpPr txBox="1">
            <a:spLocks noChangeArrowheads="1"/>
          </p:cNvSpPr>
          <p:nvPr/>
        </p:nvSpPr>
        <p:spPr bwMode="auto">
          <a:xfrm>
            <a:off x="9220200" y="1219200"/>
            <a:ext cx="1676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200" dirty="0">
                <a:solidFill>
                  <a:srgbClr val="FF0000"/>
                </a:solidFill>
              </a:rPr>
              <a:t>DHS Color Palette Per OPA RGB Colors</a:t>
            </a:r>
          </a:p>
          <a:p>
            <a:endParaRPr lang="en-US" altLang="en-US" sz="1200" dirty="0">
              <a:solidFill>
                <a:srgbClr val="FF0000"/>
              </a:solidFill>
            </a:endParaRPr>
          </a:p>
        </p:txBody>
      </p:sp>
      <p:sp>
        <p:nvSpPr>
          <p:cNvPr id="19468" name="TextBox 19"/>
          <p:cNvSpPr txBox="1">
            <a:spLocks noChangeArrowheads="1"/>
          </p:cNvSpPr>
          <p:nvPr/>
        </p:nvSpPr>
        <p:spPr bwMode="auto">
          <a:xfrm>
            <a:off x="9220200" y="2538413"/>
            <a:ext cx="12192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200" dirty="0">
                <a:solidFill>
                  <a:srgbClr val="FF0000"/>
                </a:solidFill>
              </a:rPr>
              <a:t>Use Arial Font For All Text</a:t>
            </a:r>
          </a:p>
          <a:p>
            <a:endParaRPr lang="en-US" altLang="en-US" sz="1200" dirty="0">
              <a:solidFill>
                <a:srgbClr val="FF0000"/>
              </a:solidFill>
            </a:endParaRPr>
          </a:p>
        </p:txBody>
      </p:sp>
      <p:sp>
        <p:nvSpPr>
          <p:cNvPr id="2" name="Slide Number Placeholder 1">
            <a:extLst>
              <a:ext uri="{FF2B5EF4-FFF2-40B4-BE49-F238E27FC236}">
                <a16:creationId xmlns:a16="http://schemas.microsoft.com/office/drawing/2014/main" id="{C5CE3BF2-4E2D-4C1D-9FB6-FB5CD80CAB7C}"/>
              </a:ext>
            </a:extLst>
          </p:cNvPr>
          <p:cNvSpPr>
            <a:spLocks noGrp="1"/>
          </p:cNvSpPr>
          <p:nvPr>
            <p:ph type="sldNum" sz="quarter" idx="10"/>
          </p:nvPr>
        </p:nvSpPr>
        <p:spPr/>
        <p:txBody>
          <a:bodyPr/>
          <a:lstStyle/>
          <a:p>
            <a:pPr>
              <a:defRPr/>
            </a:pPr>
            <a:fld id="{3C7AA941-74D3-4E92-A56E-21C674924733}" type="slidenum">
              <a:rPr lang="en-US" altLang="en-US" smtClean="0"/>
              <a:pPr>
                <a:defRPr/>
              </a:pPr>
              <a:t>1</a:t>
            </a:fld>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noChangeArrowheads="1"/>
          </p:cNvSpPr>
          <p:nvPr>
            <p:ph type="ctrTitle"/>
          </p:nvPr>
        </p:nvSpPr>
        <p:spPr bwMode="auto">
          <a:extLst>
            <a:ext uri="{91240B29-F687-4F45-9708-019B960494DF}">
              <a14:hiddenLine xmlns:a14="http://schemas.microsoft.com/office/drawing/2010/main" w="9525">
                <a:solidFill>
                  <a:srgbClr val="000000"/>
                </a:solidFill>
                <a:miter lim="800000"/>
                <a:headEnd/>
                <a:tailEnd/>
              </a14:hiddenLine>
            </a:ext>
          </a:extLst>
        </p:spPr>
        <p:txBody>
          <a:bodyPr vert="horz" wrap="square" rIns="91440" numCol="1" anchor="t" anchorCtr="0" compatLnSpc="1">
            <a:prstTxWarp prst="textNoShape">
              <a:avLst/>
            </a:prstTxWarp>
          </a:bodyPr>
          <a:lstStyle/>
          <a:p>
            <a:r>
              <a:rPr lang="en-US" altLang="en-US" sz="2800" dirty="0"/>
              <a:t>Current TSPWeb System Tech Stack</a:t>
            </a:r>
          </a:p>
        </p:txBody>
      </p:sp>
      <p:sp>
        <p:nvSpPr>
          <p:cNvPr id="20483" name="Slide Number Placeholder 3"/>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E1ABDAFE-0F95-41FD-A06B-F24D94BABE34}" type="slidenum">
              <a:rPr lang="en-US" altLang="en-US" sz="1100" smtClean="0">
                <a:solidFill>
                  <a:srgbClr val="5A5B5D"/>
                </a:solidFill>
              </a:rPr>
              <a:pPr/>
              <a:t>2</a:t>
            </a:fld>
            <a:endParaRPr lang="en-US" altLang="en-US" sz="1100" dirty="0">
              <a:solidFill>
                <a:srgbClr val="5A5B5D"/>
              </a:solidFill>
            </a:endParaRPr>
          </a:p>
        </p:txBody>
      </p:sp>
      <p:graphicFrame>
        <p:nvGraphicFramePr>
          <p:cNvPr id="5" name="Diagram 4"/>
          <p:cNvGraphicFramePr/>
          <p:nvPr>
            <p:extLst>
              <p:ext uri="{D42A27DB-BD31-4B8C-83A1-F6EECF244321}">
                <p14:modId xmlns:p14="http://schemas.microsoft.com/office/powerpoint/2010/main" val="1239589425"/>
              </p:ext>
            </p:extLst>
          </p:nvPr>
        </p:nvGraphicFramePr>
        <p:xfrm>
          <a:off x="-1023502" y="1378401"/>
          <a:ext cx="8077200" cy="45510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p:cNvGraphicFramePr/>
          <p:nvPr>
            <p:extLst>
              <p:ext uri="{D42A27DB-BD31-4B8C-83A1-F6EECF244321}">
                <p14:modId xmlns:p14="http://schemas.microsoft.com/office/powerpoint/2010/main" val="1992527967"/>
              </p:ext>
            </p:extLst>
          </p:nvPr>
        </p:nvGraphicFramePr>
        <p:xfrm>
          <a:off x="3200400" y="1905000"/>
          <a:ext cx="7198080" cy="213000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 name="Left-Right Arrow 6"/>
          <p:cNvSpPr/>
          <p:nvPr/>
        </p:nvSpPr>
        <p:spPr>
          <a:xfrm>
            <a:off x="4419600" y="2895600"/>
            <a:ext cx="1192257" cy="343531"/>
          </a:xfrm>
          <a:prstGeom prst="leftRightArrow">
            <a:avLst/>
          </a:prstGeom>
          <a:solidFill>
            <a:srgbClr val="005288"/>
          </a:solidFill>
          <a:ln>
            <a:solidFill>
              <a:srgbClr val="0052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LT Std 35 Light"/>
              <a:ea typeface="+mn-ea"/>
              <a:cs typeface="+mn-cs"/>
            </a:endParaRPr>
          </a:p>
        </p:txBody>
      </p:sp>
      <p:sp>
        <p:nvSpPr>
          <p:cNvPr id="8" name="TextBox 7"/>
          <p:cNvSpPr txBox="1"/>
          <p:nvPr/>
        </p:nvSpPr>
        <p:spPr>
          <a:xfrm>
            <a:off x="4303402" y="3245736"/>
            <a:ext cx="1428596" cy="369332"/>
          </a:xfrm>
          <a:prstGeom prst="rect">
            <a:avLst/>
          </a:prstGeom>
          <a:solidFill>
            <a:srgbClr val="005288"/>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Avenir LT Std 35 Light"/>
                <a:ea typeface="+mn-ea"/>
                <a:cs typeface="+mn-cs"/>
              </a:rPr>
              <a:t>The Internet</a:t>
            </a:r>
          </a:p>
        </p:txBody>
      </p:sp>
      <p:sp>
        <p:nvSpPr>
          <p:cNvPr id="9" name="TextBox 8"/>
          <p:cNvSpPr txBox="1"/>
          <p:nvPr/>
        </p:nvSpPr>
        <p:spPr>
          <a:xfrm>
            <a:off x="2334349" y="5911875"/>
            <a:ext cx="13901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288"/>
                </a:solidFill>
                <a:effectLst/>
                <a:uLnTx/>
                <a:uFillTx/>
                <a:latin typeface="+mn-lt"/>
                <a:ea typeface="+mn-ea"/>
                <a:cs typeface="+mn-cs"/>
              </a:rPr>
              <a:t>Server Side</a:t>
            </a:r>
          </a:p>
        </p:txBody>
      </p:sp>
      <p:sp>
        <p:nvSpPr>
          <p:cNvPr id="10" name="TextBox 9"/>
          <p:cNvSpPr txBox="1"/>
          <p:nvPr/>
        </p:nvSpPr>
        <p:spPr>
          <a:xfrm>
            <a:off x="6149262" y="4026217"/>
            <a:ext cx="130035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288"/>
                </a:solidFill>
                <a:effectLst/>
                <a:uLnTx/>
                <a:uFillTx/>
                <a:latin typeface="+mn-lt"/>
                <a:ea typeface="+mn-ea"/>
                <a:cs typeface="+mn-cs"/>
              </a:rPr>
              <a:t>Client Side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2800" dirty="0">
                <a:latin typeface="+mn-lt"/>
              </a:rPr>
              <a:t>Current TSPWeb System </a:t>
            </a:r>
          </a:p>
        </p:txBody>
      </p:sp>
      <p:sp>
        <p:nvSpPr>
          <p:cNvPr id="4" name="Slide Number Placeholder 3"/>
          <p:cNvSpPr>
            <a:spLocks noGrp="1"/>
          </p:cNvSpPr>
          <p:nvPr>
            <p:ph type="sldNum" sz="quarter" idx="10"/>
          </p:nvPr>
        </p:nvSpPr>
        <p:spPr/>
        <p:txBody>
          <a:bodyPr/>
          <a:lstStyle/>
          <a:p>
            <a:pPr>
              <a:defRPr/>
            </a:pPr>
            <a:fld id="{1E2E5F9C-32C0-467D-8A7D-AB5C108DDCE8}" type="slidenum">
              <a:rPr lang="en-US" altLang="en-US" smtClean="0">
                <a:latin typeface="+mn-lt"/>
              </a:rPr>
              <a:pPr>
                <a:defRPr/>
              </a:pPr>
              <a:t>3</a:t>
            </a:fld>
            <a:endParaRPr lang="en-US" altLang="en-US" dirty="0">
              <a:latin typeface="+mn-lt"/>
            </a:endParaRPr>
          </a:p>
        </p:txBody>
      </p:sp>
      <p:grpSp>
        <p:nvGrpSpPr>
          <p:cNvPr id="35" name="Group 34"/>
          <p:cNvGrpSpPr/>
          <p:nvPr/>
        </p:nvGrpSpPr>
        <p:grpSpPr>
          <a:xfrm>
            <a:off x="457200" y="1371600"/>
            <a:ext cx="8367589" cy="4528003"/>
            <a:chOff x="776411" y="1524671"/>
            <a:chExt cx="8367589" cy="4528003"/>
          </a:xfrm>
        </p:grpSpPr>
        <p:sp>
          <p:nvSpPr>
            <p:cNvPr id="36" name="Straight Connector 35"/>
            <p:cNvSpPr/>
            <p:nvPr/>
          </p:nvSpPr>
          <p:spPr>
            <a:xfrm>
              <a:off x="776411" y="1524671"/>
              <a:ext cx="8367589" cy="0"/>
            </a:xfrm>
            <a:prstGeom prst="line">
              <a:avLst/>
            </a:prstGeom>
            <a:solidFill>
              <a:srgbClr val="850F89">
                <a:hueOff val="0"/>
                <a:satOff val="0"/>
                <a:lumOff val="0"/>
                <a:alphaOff val="0"/>
              </a:srgbClr>
            </a:solidFill>
            <a:ln w="25400" cap="flat" cmpd="sng" algn="ctr">
              <a:solidFill>
                <a:srgbClr val="850F89">
                  <a:hueOff val="0"/>
                  <a:satOff val="0"/>
                  <a:lumOff val="0"/>
                  <a:alphaOff val="0"/>
                </a:srgbClr>
              </a:solidFill>
              <a:prstDash val="solid"/>
            </a:ln>
            <a:effectLst/>
          </p:spPr>
        </p:sp>
        <p:sp>
          <p:nvSpPr>
            <p:cNvPr id="37" name="Freeform 36"/>
            <p:cNvSpPr/>
            <p:nvPr/>
          </p:nvSpPr>
          <p:spPr>
            <a:xfrm>
              <a:off x="901924" y="1996174"/>
              <a:ext cx="1673517" cy="2291301"/>
            </a:xfrm>
            <a:custGeom>
              <a:avLst/>
              <a:gdLst>
                <a:gd name="connsiteX0" fmla="*/ 0 w 1673517"/>
                <a:gd name="connsiteY0" fmla="*/ 0 h 2291301"/>
                <a:gd name="connsiteX1" fmla="*/ 1673517 w 1673517"/>
                <a:gd name="connsiteY1" fmla="*/ 0 h 2291301"/>
                <a:gd name="connsiteX2" fmla="*/ 1673517 w 1673517"/>
                <a:gd name="connsiteY2" fmla="*/ 2291301 h 2291301"/>
                <a:gd name="connsiteX3" fmla="*/ 0 w 1673517"/>
                <a:gd name="connsiteY3" fmla="*/ 2291301 h 2291301"/>
                <a:gd name="connsiteX4" fmla="*/ 0 w 1673517"/>
                <a:gd name="connsiteY4" fmla="*/ 0 h 2291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517" h="2291301">
                  <a:moveTo>
                    <a:pt x="0" y="0"/>
                  </a:moveTo>
                  <a:lnTo>
                    <a:pt x="1673517" y="0"/>
                  </a:lnTo>
                  <a:lnTo>
                    <a:pt x="1673517" y="2291301"/>
                  </a:lnTo>
                  <a:lnTo>
                    <a:pt x="0" y="2291301"/>
                  </a:lnTo>
                  <a:lnTo>
                    <a:pt x="0" y="0"/>
                  </a:lnTo>
                  <a:close/>
                </a:path>
              </a:pathLst>
            </a:custGeom>
            <a:noFill/>
            <a:ln>
              <a:noFill/>
            </a:ln>
            <a:effectLst/>
          </p:spPr>
          <p:txBody>
            <a:bodyPr spcFirstLastPara="0" vert="horz" wrap="square" lIns="68580" tIns="68580" rIns="68580" bIns="68580" numCol="1" spcCol="1270" anchor="t" anchorCtr="0">
              <a:noAutofit/>
            </a:bodyPr>
            <a:lstStyle/>
            <a:p>
              <a:pPr marL="0" marR="0" lvl="0" indent="0" defTabSz="800100" eaLnBrk="1" fontAlgn="auto" latinLnBrk="0" hangingPunct="1">
                <a:lnSpc>
                  <a:spcPct val="90000"/>
                </a:lnSpc>
                <a:spcBef>
                  <a:spcPts val="0"/>
                </a:spcBef>
                <a:spcAft>
                  <a:spcPct val="35000"/>
                </a:spcAft>
                <a:buClrTx/>
                <a:buSzTx/>
                <a:buFontTx/>
                <a:buNone/>
                <a:tabLst/>
                <a:defRPr/>
              </a:pPr>
              <a:r>
                <a:rPr kumimoji="0" lang="en-US" sz="1800" b="1" i="0" u="none" strike="noStrike" kern="0" cap="none" spc="0" normalizeH="0" baseline="0" noProof="0" dirty="0">
                  <a:ln>
                    <a:noFill/>
                  </a:ln>
                  <a:solidFill>
                    <a:srgbClr val="005288"/>
                  </a:solidFill>
                  <a:effectLst/>
                  <a:uLnTx/>
                  <a:uFillTx/>
                  <a:latin typeface="+mn-lt"/>
                  <a:ea typeface="+mn-ea"/>
                  <a:cs typeface="+mn-cs"/>
                </a:rPr>
                <a:t>TSPWeb enterprise website is currently written with Ruby on Rails </a:t>
              </a:r>
            </a:p>
          </p:txBody>
        </p:sp>
        <p:sp>
          <p:nvSpPr>
            <p:cNvPr id="38" name="Freeform 37"/>
            <p:cNvSpPr/>
            <p:nvPr/>
          </p:nvSpPr>
          <p:spPr>
            <a:xfrm>
              <a:off x="2575442" y="2173052"/>
              <a:ext cx="6568557" cy="2158497"/>
            </a:xfrm>
            <a:custGeom>
              <a:avLst/>
              <a:gdLst>
                <a:gd name="connsiteX0" fmla="*/ 0 w 6568557"/>
                <a:gd name="connsiteY0" fmla="*/ 0 h 2158497"/>
                <a:gd name="connsiteX1" fmla="*/ 6568557 w 6568557"/>
                <a:gd name="connsiteY1" fmla="*/ 0 h 2158497"/>
                <a:gd name="connsiteX2" fmla="*/ 6568557 w 6568557"/>
                <a:gd name="connsiteY2" fmla="*/ 2158497 h 2158497"/>
                <a:gd name="connsiteX3" fmla="*/ 0 w 6568557"/>
                <a:gd name="connsiteY3" fmla="*/ 2158497 h 2158497"/>
                <a:gd name="connsiteX4" fmla="*/ 0 w 6568557"/>
                <a:gd name="connsiteY4" fmla="*/ 0 h 21584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8557" h="2158497">
                  <a:moveTo>
                    <a:pt x="0" y="0"/>
                  </a:moveTo>
                  <a:lnTo>
                    <a:pt x="6568557" y="0"/>
                  </a:lnTo>
                  <a:lnTo>
                    <a:pt x="6568557" y="2158497"/>
                  </a:lnTo>
                  <a:lnTo>
                    <a:pt x="0" y="2158497"/>
                  </a:lnTo>
                  <a:lnTo>
                    <a:pt x="0" y="0"/>
                  </a:lnTo>
                  <a:close/>
                </a:path>
              </a:pathLst>
            </a:custGeom>
            <a:noFill/>
            <a:ln>
              <a:noFill/>
            </a:ln>
            <a:effectLst/>
          </p:spPr>
          <p:txBody>
            <a:bodyPr spcFirstLastPara="0" vert="horz" wrap="square" lIns="53340" tIns="53340" rIns="53340" bIns="53340" numCol="1" spcCol="1270" anchor="t" anchorCtr="0">
              <a:noAutofit/>
            </a:bodyPr>
            <a:lstStyle/>
            <a:p>
              <a:pPr marL="0" marR="0" lvl="0" indent="0" defTabSz="622300" eaLnBrk="1" fontAlgn="auto" latinLnBrk="0" hangingPunct="1">
                <a:lnSpc>
                  <a:spcPct val="90000"/>
                </a:lnSpc>
                <a:spcBef>
                  <a:spcPts val="0"/>
                </a:spcBef>
                <a:spcAft>
                  <a:spcPct val="35000"/>
                </a:spcAft>
                <a:buClrTx/>
                <a:buSzTx/>
                <a:buFontTx/>
                <a:buNone/>
                <a:tabLst/>
                <a:defRPr/>
              </a:pPr>
              <a:r>
                <a:rPr kumimoji="0" lang="en-US" sz="1600" b="0" i="0" u="none" strike="noStrike" kern="0" cap="none" spc="0" normalizeH="0" baseline="0" noProof="0" dirty="0">
                  <a:ln>
                    <a:noFill/>
                  </a:ln>
                  <a:solidFill>
                    <a:srgbClr val="005288"/>
                  </a:solidFill>
                  <a:effectLst/>
                  <a:uLnTx/>
                  <a:uFillTx/>
                  <a:latin typeface="+mn-lt"/>
                  <a:ea typeface="+mn-ea"/>
                  <a:cs typeface="+mn-cs"/>
                </a:rPr>
                <a:t>Ruby on Rails' influence on other web frameworks remains apparent today, with many frameworks in other languages borrowing its ideas, including Django in Python, Groovy on Grails, Angular in TypeScript, Catalyst in Perl, Laravel and CakePHP in PHP, Phoenix in Elixir, Play in Scala, and Sails.js in Node.js. </a:t>
              </a:r>
            </a:p>
            <a:p>
              <a:pPr marL="285750" marR="0" lvl="0" indent="-285750" defTabSz="622300" eaLnBrk="1" fontAlgn="auto" latinLnBrk="0" hangingPunct="1">
                <a:lnSpc>
                  <a:spcPct val="90000"/>
                </a:lnSpc>
                <a:spcBef>
                  <a:spcPts val="0"/>
                </a:spcBef>
                <a:spcAft>
                  <a:spcPct val="350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005288"/>
                  </a:solidFill>
                  <a:effectLst/>
                  <a:uLnTx/>
                  <a:uFillTx/>
                  <a:latin typeface="+mn-lt"/>
                  <a:ea typeface="+mn-ea"/>
                  <a:cs typeface="+mn-cs"/>
                </a:rPr>
                <a:t>Objecting – relational mapping ( Do not have write code to interaction with database. )</a:t>
              </a:r>
            </a:p>
            <a:p>
              <a:pPr marL="285750" marR="0" lvl="0" indent="-285750" defTabSz="622300" eaLnBrk="1" fontAlgn="auto" latinLnBrk="0" hangingPunct="1">
                <a:lnSpc>
                  <a:spcPct val="90000"/>
                </a:lnSpc>
                <a:spcBef>
                  <a:spcPts val="0"/>
                </a:spcBef>
                <a:spcAft>
                  <a:spcPct val="35000"/>
                </a:spcAft>
                <a:buClrTx/>
                <a:buSzTx/>
                <a:buFont typeface="Arial" panose="020B0604020202020204" pitchFamily="34" charset="0"/>
                <a:buChar char="•"/>
                <a:tabLst/>
                <a:defRPr/>
              </a:pPr>
              <a:r>
                <a:rPr lang="en-US" sz="1600" kern="0" dirty="0">
                  <a:solidFill>
                    <a:srgbClr val="005288"/>
                  </a:solidFill>
                  <a:latin typeface="+mn-lt"/>
                </a:rPr>
                <a:t>Command line </a:t>
              </a:r>
              <a:r>
                <a:rPr lang="en-US" sz="1600" kern="0">
                  <a:solidFill>
                    <a:srgbClr val="005288"/>
                  </a:solidFill>
                  <a:latin typeface="+mn-lt"/>
                </a:rPr>
                <a:t>( Generate code )</a:t>
              </a:r>
              <a:endParaRPr kumimoji="0" lang="en-US" sz="1600" b="0" i="0" u="none" strike="noStrike" kern="0" cap="none" spc="0" normalizeH="0" baseline="0" noProof="0" dirty="0">
                <a:ln>
                  <a:noFill/>
                </a:ln>
                <a:solidFill>
                  <a:srgbClr val="005288"/>
                </a:solidFill>
                <a:effectLst/>
                <a:uLnTx/>
                <a:uFillTx/>
                <a:latin typeface="+mn-lt"/>
                <a:ea typeface="+mn-ea"/>
                <a:cs typeface="+mn-cs"/>
              </a:endParaRPr>
            </a:p>
            <a:p>
              <a:pPr marL="285750" marR="0" lvl="0" indent="-285750" defTabSz="622300" eaLnBrk="1" fontAlgn="auto" latinLnBrk="0" hangingPunct="1">
                <a:lnSpc>
                  <a:spcPct val="90000"/>
                </a:lnSpc>
                <a:spcBef>
                  <a:spcPts val="0"/>
                </a:spcBef>
                <a:spcAft>
                  <a:spcPct val="35000"/>
                </a:spcAft>
                <a:buClrTx/>
                <a:buSzTx/>
                <a:buFont typeface="Arial" panose="020B0604020202020204" pitchFamily="34" charset="0"/>
                <a:buChar char="•"/>
                <a:tabLst/>
                <a:defRPr/>
              </a:pPr>
              <a:r>
                <a:rPr lang="en-US" sz="1600" b="1" dirty="0"/>
                <a:t>Object-relational mapping</a:t>
              </a:r>
              <a:endParaRPr kumimoji="0" lang="en-US" sz="1600" b="0" i="0" u="none" strike="noStrike" kern="0" cap="none" spc="0" normalizeH="0" baseline="0" noProof="0" dirty="0">
                <a:ln>
                  <a:noFill/>
                </a:ln>
                <a:solidFill>
                  <a:srgbClr val="005288"/>
                </a:solidFill>
                <a:effectLst/>
                <a:uLnTx/>
                <a:uFillTx/>
                <a:latin typeface="+mn-lt"/>
                <a:ea typeface="+mn-ea"/>
                <a:cs typeface="+mn-cs"/>
              </a:endParaRPr>
            </a:p>
          </p:txBody>
        </p:sp>
        <p:sp>
          <p:nvSpPr>
            <p:cNvPr id="39" name="Straight Connector 38"/>
            <p:cNvSpPr/>
            <p:nvPr/>
          </p:nvSpPr>
          <p:spPr>
            <a:xfrm>
              <a:off x="776411" y="4268948"/>
              <a:ext cx="8367589" cy="0"/>
            </a:xfrm>
            <a:prstGeom prst="line">
              <a:avLst/>
            </a:prstGeom>
            <a:solidFill>
              <a:srgbClr val="850F89">
                <a:hueOff val="0"/>
                <a:satOff val="0"/>
                <a:lumOff val="0"/>
                <a:alphaOff val="0"/>
              </a:srgbClr>
            </a:solidFill>
            <a:ln w="25400" cap="flat" cmpd="sng" algn="ctr">
              <a:solidFill>
                <a:srgbClr val="850F89">
                  <a:hueOff val="0"/>
                  <a:satOff val="0"/>
                  <a:lumOff val="0"/>
                  <a:alphaOff val="0"/>
                </a:srgbClr>
              </a:solidFill>
              <a:prstDash val="solid"/>
            </a:ln>
            <a:effectLst/>
          </p:spPr>
        </p:sp>
        <p:sp>
          <p:nvSpPr>
            <p:cNvPr id="40" name="Freeform 39"/>
            <p:cNvSpPr/>
            <p:nvPr/>
          </p:nvSpPr>
          <p:spPr>
            <a:xfrm>
              <a:off x="776411" y="4420257"/>
              <a:ext cx="1673517" cy="1575681"/>
            </a:xfrm>
            <a:custGeom>
              <a:avLst/>
              <a:gdLst>
                <a:gd name="connsiteX0" fmla="*/ 0 w 1673517"/>
                <a:gd name="connsiteY0" fmla="*/ 0 h 1575681"/>
                <a:gd name="connsiteX1" fmla="*/ 1673517 w 1673517"/>
                <a:gd name="connsiteY1" fmla="*/ 0 h 1575681"/>
                <a:gd name="connsiteX2" fmla="*/ 1673517 w 1673517"/>
                <a:gd name="connsiteY2" fmla="*/ 1575681 h 1575681"/>
                <a:gd name="connsiteX3" fmla="*/ 0 w 1673517"/>
                <a:gd name="connsiteY3" fmla="*/ 1575681 h 1575681"/>
                <a:gd name="connsiteX4" fmla="*/ 0 w 1673517"/>
                <a:gd name="connsiteY4" fmla="*/ 0 h 1575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517" h="1575681">
                  <a:moveTo>
                    <a:pt x="0" y="0"/>
                  </a:moveTo>
                  <a:lnTo>
                    <a:pt x="1673517" y="0"/>
                  </a:lnTo>
                  <a:lnTo>
                    <a:pt x="1673517" y="1575681"/>
                  </a:lnTo>
                  <a:lnTo>
                    <a:pt x="0" y="1575681"/>
                  </a:lnTo>
                  <a:lnTo>
                    <a:pt x="0" y="0"/>
                  </a:lnTo>
                  <a:close/>
                </a:path>
              </a:pathLst>
            </a:custGeom>
            <a:noFill/>
            <a:ln>
              <a:noFill/>
            </a:ln>
            <a:effectLst/>
          </p:spPr>
          <p:txBody>
            <a:bodyPr spcFirstLastPara="0" vert="horz" wrap="square" lIns="68580" tIns="68580" rIns="68580" bIns="68580" numCol="1" spcCol="1270" anchor="t" anchorCtr="0">
              <a:noAutofit/>
            </a:bodyPr>
            <a:lstStyle/>
            <a:p>
              <a:pPr marL="0" marR="0" lvl="0" indent="0" defTabSz="800100" eaLnBrk="1" fontAlgn="auto" latinLnBrk="0" hangingPunct="1">
                <a:lnSpc>
                  <a:spcPct val="90000"/>
                </a:lnSpc>
                <a:spcBef>
                  <a:spcPts val="0"/>
                </a:spcBef>
                <a:spcAft>
                  <a:spcPct val="35000"/>
                </a:spcAft>
                <a:buClrTx/>
                <a:buSzTx/>
                <a:buFontTx/>
                <a:buNone/>
                <a:tabLst/>
                <a:defRPr/>
              </a:pPr>
              <a:r>
                <a:rPr kumimoji="0" lang="en-US" sz="1800" b="1" i="0" u="none" strike="noStrike" kern="0" cap="none" spc="0" normalizeH="0" baseline="0" noProof="0" dirty="0">
                  <a:ln>
                    <a:noFill/>
                  </a:ln>
                  <a:solidFill>
                    <a:srgbClr val="005288"/>
                  </a:solidFill>
                  <a:effectLst/>
                  <a:uLnTx/>
                  <a:uFillTx/>
                  <a:latin typeface="+mn-lt"/>
                  <a:ea typeface="+mn-ea"/>
                  <a:cs typeface="+mn-cs"/>
                </a:rPr>
                <a:t>RubyGems is a package manager for the Ruby programming language </a:t>
              </a:r>
            </a:p>
          </p:txBody>
        </p:sp>
        <p:sp>
          <p:nvSpPr>
            <p:cNvPr id="41" name="Freeform 40"/>
            <p:cNvSpPr/>
            <p:nvPr/>
          </p:nvSpPr>
          <p:spPr>
            <a:xfrm>
              <a:off x="2575441" y="4758977"/>
              <a:ext cx="6568557" cy="1065096"/>
            </a:xfrm>
            <a:custGeom>
              <a:avLst/>
              <a:gdLst>
                <a:gd name="connsiteX0" fmla="*/ 0 w 6568557"/>
                <a:gd name="connsiteY0" fmla="*/ 0 h 1065096"/>
                <a:gd name="connsiteX1" fmla="*/ 6568557 w 6568557"/>
                <a:gd name="connsiteY1" fmla="*/ 0 h 1065096"/>
                <a:gd name="connsiteX2" fmla="*/ 6568557 w 6568557"/>
                <a:gd name="connsiteY2" fmla="*/ 1065096 h 1065096"/>
                <a:gd name="connsiteX3" fmla="*/ 0 w 6568557"/>
                <a:gd name="connsiteY3" fmla="*/ 1065096 h 1065096"/>
                <a:gd name="connsiteX4" fmla="*/ 0 w 6568557"/>
                <a:gd name="connsiteY4" fmla="*/ 0 h 106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8557" h="1065096">
                  <a:moveTo>
                    <a:pt x="0" y="0"/>
                  </a:moveTo>
                  <a:lnTo>
                    <a:pt x="6568557" y="0"/>
                  </a:lnTo>
                  <a:lnTo>
                    <a:pt x="6568557" y="1065096"/>
                  </a:lnTo>
                  <a:lnTo>
                    <a:pt x="0" y="1065096"/>
                  </a:lnTo>
                  <a:lnTo>
                    <a:pt x="0" y="0"/>
                  </a:lnTo>
                  <a:close/>
                </a:path>
              </a:pathLst>
            </a:custGeom>
            <a:noFill/>
            <a:ln>
              <a:noFill/>
            </a:ln>
            <a:effectLst/>
          </p:spPr>
          <p:txBody>
            <a:bodyPr spcFirstLastPara="0" vert="horz" wrap="square" lIns="53340" tIns="53340" rIns="53340" bIns="53340" numCol="1" spcCol="1270" anchor="t" anchorCtr="0">
              <a:noAutofit/>
            </a:bodyPr>
            <a:lstStyle/>
            <a:p>
              <a:pPr marL="0" marR="0" lvl="0" indent="0" defTabSz="622300" eaLnBrk="1" fontAlgn="auto" latinLnBrk="0" hangingPunct="1">
                <a:lnSpc>
                  <a:spcPct val="90000"/>
                </a:lnSpc>
                <a:spcBef>
                  <a:spcPts val="0"/>
                </a:spcBef>
                <a:spcAft>
                  <a:spcPct val="35000"/>
                </a:spcAft>
                <a:buClrTx/>
                <a:buSzTx/>
                <a:buFontTx/>
                <a:buNone/>
                <a:tabLst/>
                <a:defRPr/>
              </a:pPr>
              <a:r>
                <a:rPr kumimoji="0" lang="en-US" sz="1600" b="0" i="0" u="none" strike="noStrike" kern="0" cap="none" spc="0" normalizeH="0" baseline="0" noProof="0" dirty="0">
                  <a:ln>
                    <a:noFill/>
                  </a:ln>
                  <a:solidFill>
                    <a:srgbClr val="005288"/>
                  </a:solidFill>
                  <a:effectLst/>
                  <a:uLnTx/>
                  <a:uFillTx/>
                  <a:latin typeface="+mn-lt"/>
                  <a:ea typeface="+mn-ea"/>
                  <a:cs typeface="+mn-cs"/>
                </a:rPr>
                <a:t>A tool designed to easily manage the installation of gems, and a server for distributing them.  RubyGems provides a standard format for distributing Ruby programs and libraries (in a self-contained format called a "gem"). </a:t>
              </a:r>
            </a:p>
          </p:txBody>
        </p:sp>
        <p:sp>
          <p:nvSpPr>
            <p:cNvPr id="42" name="Freeform 41"/>
            <p:cNvSpPr/>
            <p:nvPr/>
          </p:nvSpPr>
          <p:spPr>
            <a:xfrm>
              <a:off x="2575442" y="4987578"/>
              <a:ext cx="6568557" cy="1065096"/>
            </a:xfrm>
            <a:custGeom>
              <a:avLst/>
              <a:gdLst>
                <a:gd name="connsiteX0" fmla="*/ 0 w 6568557"/>
                <a:gd name="connsiteY0" fmla="*/ 0 h 1065096"/>
                <a:gd name="connsiteX1" fmla="*/ 6568557 w 6568557"/>
                <a:gd name="connsiteY1" fmla="*/ 0 h 1065096"/>
                <a:gd name="connsiteX2" fmla="*/ 6568557 w 6568557"/>
                <a:gd name="connsiteY2" fmla="*/ 1065096 h 1065096"/>
                <a:gd name="connsiteX3" fmla="*/ 0 w 6568557"/>
                <a:gd name="connsiteY3" fmla="*/ 1065096 h 1065096"/>
                <a:gd name="connsiteX4" fmla="*/ 0 w 6568557"/>
                <a:gd name="connsiteY4" fmla="*/ 0 h 1065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8557" h="1065096">
                  <a:moveTo>
                    <a:pt x="0" y="0"/>
                  </a:moveTo>
                  <a:lnTo>
                    <a:pt x="6568557" y="0"/>
                  </a:lnTo>
                  <a:lnTo>
                    <a:pt x="6568557" y="1065096"/>
                  </a:lnTo>
                  <a:lnTo>
                    <a:pt x="0" y="1065096"/>
                  </a:lnTo>
                  <a:lnTo>
                    <a:pt x="0" y="0"/>
                  </a:lnTo>
                  <a:close/>
                </a:path>
              </a:pathLst>
            </a:custGeom>
            <a:noFill/>
            <a:ln>
              <a:noFill/>
            </a:ln>
            <a:effectLst/>
          </p:spPr>
          <p:txBody>
            <a:bodyPr spcFirstLastPara="0" vert="horz" wrap="square" lIns="194310" tIns="194310" rIns="194310" bIns="194310" numCol="1" spcCol="1270" anchor="t" anchorCtr="0">
              <a:noAutofit/>
            </a:bodyPr>
            <a:lstStyle/>
            <a:p>
              <a:pPr marL="0" marR="0" lvl="0" indent="0" defTabSz="2266950" eaLnBrk="1" fontAlgn="auto" latinLnBrk="0" hangingPunct="1">
                <a:lnSpc>
                  <a:spcPct val="90000"/>
                </a:lnSpc>
                <a:spcBef>
                  <a:spcPts val="0"/>
                </a:spcBef>
                <a:spcAft>
                  <a:spcPct val="35000"/>
                </a:spcAft>
                <a:buClrTx/>
                <a:buSzTx/>
                <a:buFontTx/>
                <a:buNone/>
                <a:tabLst/>
                <a:defRPr/>
              </a:pPr>
              <a:endParaRPr kumimoji="0" lang="en-US" sz="5100" b="0" i="0" u="none" strike="noStrike" kern="0" cap="none" spc="0" normalizeH="0" baseline="0" noProof="0" dirty="0">
                <a:ln>
                  <a:noFill/>
                </a:ln>
                <a:solidFill>
                  <a:prstClr val="black">
                    <a:hueOff val="0"/>
                    <a:satOff val="0"/>
                    <a:lumOff val="0"/>
                    <a:alphaOff val="0"/>
                  </a:prstClr>
                </a:solidFill>
                <a:effectLst/>
                <a:uLnTx/>
                <a:uFillTx/>
                <a:latin typeface="+mn-lt"/>
                <a:ea typeface="+mn-ea"/>
                <a:cs typeface="+mn-cs"/>
              </a:endParaRPr>
            </a:p>
          </p:txBody>
        </p:sp>
      </p:grpSp>
    </p:spTree>
    <p:extLst>
      <p:ext uri="{BB962C8B-B14F-4D97-AF65-F5344CB8AC3E}">
        <p14:creationId xmlns:p14="http://schemas.microsoft.com/office/powerpoint/2010/main" val="3878933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2800" dirty="0"/>
              <a:t>Common Technical Challenges with Ruby on Rails</a:t>
            </a:r>
          </a:p>
        </p:txBody>
      </p:sp>
      <p:sp>
        <p:nvSpPr>
          <p:cNvPr id="4" name="Slide Number Placeholder 3"/>
          <p:cNvSpPr>
            <a:spLocks noGrp="1"/>
          </p:cNvSpPr>
          <p:nvPr>
            <p:ph type="sldNum" sz="quarter" idx="10"/>
          </p:nvPr>
        </p:nvSpPr>
        <p:spPr/>
        <p:txBody>
          <a:bodyPr/>
          <a:lstStyle/>
          <a:p>
            <a:pPr>
              <a:defRPr/>
            </a:pPr>
            <a:fld id="{1E2E5F9C-32C0-467D-8A7D-AB5C108DDCE8}" type="slidenum">
              <a:rPr lang="en-US" altLang="en-US" smtClean="0"/>
              <a:pPr>
                <a:defRPr/>
              </a:pPr>
              <a:t>4</a:t>
            </a:fld>
            <a:endParaRPr lang="en-US" altLang="en-US" dirty="0"/>
          </a:p>
        </p:txBody>
      </p:sp>
      <p:grpSp>
        <p:nvGrpSpPr>
          <p:cNvPr id="5" name="Group 4"/>
          <p:cNvGrpSpPr/>
          <p:nvPr/>
        </p:nvGrpSpPr>
        <p:grpSpPr>
          <a:xfrm>
            <a:off x="1235102" y="1585401"/>
            <a:ext cx="6673795" cy="4123635"/>
            <a:chOff x="1235102" y="1585401"/>
            <a:chExt cx="6673795" cy="4123635"/>
          </a:xfrm>
        </p:grpSpPr>
        <p:graphicFrame>
          <p:nvGraphicFramePr>
            <p:cNvPr id="6" name="Diagram 5"/>
            <p:cNvGraphicFramePr/>
            <p:nvPr>
              <p:extLst>
                <p:ext uri="{D42A27DB-BD31-4B8C-83A1-F6EECF244321}">
                  <p14:modId xmlns:p14="http://schemas.microsoft.com/office/powerpoint/2010/main" val="2090331072"/>
                </p:ext>
              </p:extLst>
            </p:nvPr>
          </p:nvGraphicFramePr>
          <p:xfrm>
            <a:off x="1235102" y="1585401"/>
            <a:ext cx="6673795" cy="41236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3323645" y="3516244"/>
              <a:ext cx="1724052" cy="1938992"/>
            </a:xfrm>
            <a:prstGeom prst="rect">
              <a:avLst/>
            </a:prstGeom>
            <a:noFill/>
          </p:spPr>
          <p:txBody>
            <a:bodyPr wrap="square" rtlCol="0">
              <a:spAutoFit/>
            </a:bodyPr>
            <a:lstStyle/>
            <a:p>
              <a:pPr algn="ctr"/>
              <a:r>
                <a:rPr lang="en-US" b="1" dirty="0"/>
                <a:t>Common issues with Ruby on Rails</a:t>
              </a:r>
            </a:p>
            <a:p>
              <a:endParaRPr lang="en-US" dirty="0"/>
            </a:p>
          </p:txBody>
        </p:sp>
      </p:grpSp>
    </p:spTree>
    <p:extLst>
      <p:ext uri="{BB962C8B-B14F-4D97-AF65-F5344CB8AC3E}">
        <p14:creationId xmlns:p14="http://schemas.microsoft.com/office/powerpoint/2010/main" val="528590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Content Placeholder 2"/>
          <p:cNvSpPr>
            <a:spLocks noGrp="1" noChangeArrowheads="1"/>
          </p:cNvSpPr>
          <p:nvPr>
            <p:ph idx="1"/>
          </p:nvPr>
        </p:nvSpPr>
        <p:spPr bwMode="auto">
          <a:xfrm>
            <a:off x="457200" y="1600200"/>
            <a:ext cx="8229600" cy="3810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sz="1800" dirty="0">
                <a:solidFill>
                  <a:srgbClr val="005288"/>
                </a:solidFill>
              </a:rPr>
              <a:t>TSPWeb outages can potentially occur any time the infrastructure provider patches or updates the operating system</a:t>
            </a:r>
          </a:p>
          <a:p>
            <a:r>
              <a:rPr lang="en-US" altLang="en-US" sz="1800" dirty="0">
                <a:solidFill>
                  <a:srgbClr val="005288"/>
                </a:solidFill>
              </a:rPr>
              <a:t>If an update causes a system outage, the web developer must incrementally roll back to previous versions of Ruby/Rails until TSPWeb is restored.  Once restored, web developer must fix all the defects and roll all newer code changes to the older code base. </a:t>
            </a:r>
          </a:p>
          <a:p>
            <a:endParaRPr lang="en-US" altLang="en-US" sz="1600" dirty="0"/>
          </a:p>
        </p:txBody>
      </p:sp>
      <p:sp>
        <p:nvSpPr>
          <p:cNvPr id="21506" name="Title 1"/>
          <p:cNvSpPr>
            <a:spLocks noGrp="1" noChangeArrowheads="1"/>
          </p:cNvSpPr>
          <p:nvPr>
            <p:ph type="ctrTitle"/>
          </p:nvPr>
        </p:nvSpPr>
        <p:spPr bwMode="auto">
          <a:extLst>
            <a:ext uri="{91240B29-F687-4F45-9708-019B960494DF}">
              <a14:hiddenLine xmlns:a14="http://schemas.microsoft.com/office/drawing/2010/main" w="9525">
                <a:solidFill>
                  <a:srgbClr val="000000"/>
                </a:solidFill>
                <a:miter lim="800000"/>
                <a:headEnd/>
                <a:tailEnd/>
              </a14:hiddenLine>
            </a:ext>
          </a:extLst>
        </p:spPr>
        <p:txBody>
          <a:bodyPr vert="horz" wrap="square" rIns="91440" numCol="1" anchor="t" anchorCtr="0" compatLnSpc="1">
            <a:prstTxWarp prst="textNoShape">
              <a:avLst/>
            </a:prstTxWarp>
          </a:bodyPr>
          <a:lstStyle/>
          <a:p>
            <a:r>
              <a:rPr lang="en-US" sz="2800" dirty="0"/>
              <a:t>TSPPO Specific Challenges with Ruby on Rails </a:t>
            </a:r>
            <a:endParaRPr lang="en-US" altLang="en-US" sz="2800" dirty="0"/>
          </a:p>
        </p:txBody>
      </p:sp>
      <p:sp>
        <p:nvSpPr>
          <p:cNvPr id="21507" name="Slide Number Placeholder 4"/>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95283F38-06A8-4FC9-94DD-6F6AFD99A2B5}" type="slidenum">
              <a:rPr lang="en-US" altLang="en-US" sz="1100" smtClean="0">
                <a:solidFill>
                  <a:srgbClr val="5A5B5D"/>
                </a:solidFill>
              </a:rPr>
              <a:pPr/>
              <a:t>5</a:t>
            </a:fld>
            <a:endParaRPr lang="en-US" altLang="en-US" sz="1100" dirty="0">
              <a:solidFill>
                <a:srgbClr val="5A5B5D"/>
              </a:solidFill>
            </a:endParaRPr>
          </a:p>
        </p:txBody>
      </p:sp>
      <p:sp>
        <p:nvSpPr>
          <p:cNvPr id="21508" name="TextBox 7"/>
          <p:cNvSpPr txBox="1">
            <a:spLocks noChangeArrowheads="1"/>
          </p:cNvSpPr>
          <p:nvPr/>
        </p:nvSpPr>
        <p:spPr bwMode="auto">
          <a:xfrm>
            <a:off x="9296400" y="1620838"/>
            <a:ext cx="17573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sz="1200" dirty="0">
                <a:solidFill>
                  <a:srgbClr val="FF0000"/>
                </a:solidFill>
              </a:rPr>
              <a:t>Fill entire dotted area</a:t>
            </a:r>
          </a:p>
          <a:p>
            <a:r>
              <a:rPr lang="en-US" altLang="en-US" sz="1200" dirty="0">
                <a:solidFill>
                  <a:srgbClr val="FF0000"/>
                </a:solidFill>
              </a:rPr>
              <a:t>if using an image.</a:t>
            </a:r>
          </a:p>
          <a:p>
            <a:r>
              <a:rPr lang="en-US" altLang="en-US" sz="1200" dirty="0">
                <a:solidFill>
                  <a:srgbClr val="FF0000"/>
                </a:solidFill>
              </a:rPr>
              <a:t>Crop to size. </a:t>
            </a:r>
          </a:p>
          <a:p>
            <a:r>
              <a:rPr lang="en-US" altLang="en-US" sz="1200" dirty="0">
                <a:solidFill>
                  <a:srgbClr val="FF0000"/>
                </a:solidFill>
              </a:rPr>
              <a:t>Do not skew or stretch.</a:t>
            </a:r>
          </a:p>
        </p:txBody>
      </p:sp>
      <p:graphicFrame>
        <p:nvGraphicFramePr>
          <p:cNvPr id="6" name="Diagram 5"/>
          <p:cNvGraphicFramePr/>
          <p:nvPr>
            <p:extLst>
              <p:ext uri="{D42A27DB-BD31-4B8C-83A1-F6EECF244321}">
                <p14:modId xmlns:p14="http://schemas.microsoft.com/office/powerpoint/2010/main" val="3647424739"/>
              </p:ext>
            </p:extLst>
          </p:nvPr>
        </p:nvGraphicFramePr>
        <p:xfrm>
          <a:off x="1905000" y="3276600"/>
          <a:ext cx="5379502" cy="34493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33598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3810000"/>
          </a:xfrm>
        </p:spPr>
        <p:txBody>
          <a:bodyPr/>
          <a:lstStyle/>
          <a:p>
            <a:r>
              <a:rPr lang="en-US" sz="2000" b="1" dirty="0">
                <a:solidFill>
                  <a:srgbClr val="005288"/>
                </a:solidFill>
              </a:rPr>
              <a:t>Choosing FRAMEWORK</a:t>
            </a:r>
          </a:p>
          <a:p>
            <a:pPr lvl="1"/>
            <a:r>
              <a:rPr lang="en-US" sz="1800" dirty="0">
                <a:solidFill>
                  <a:srgbClr val="005288"/>
                </a:solidFill>
              </a:rPr>
              <a:t>When building new software, first identify framework. </a:t>
            </a:r>
          </a:p>
          <a:p>
            <a:pPr lvl="1"/>
            <a:r>
              <a:rPr lang="en-US" sz="1800" dirty="0">
                <a:solidFill>
                  <a:srgbClr val="005288"/>
                </a:solidFill>
              </a:rPr>
              <a:t>Open-source or closed-source </a:t>
            </a:r>
          </a:p>
          <a:p>
            <a:pPr lvl="1"/>
            <a:r>
              <a:rPr lang="en-US" sz="1800" dirty="0">
                <a:solidFill>
                  <a:srgbClr val="005288"/>
                </a:solidFill>
              </a:rPr>
              <a:t>Frameworks save time and prevent web developer from having to build everything from scratch</a:t>
            </a:r>
          </a:p>
          <a:p>
            <a:pPr lvl="1"/>
            <a:r>
              <a:rPr lang="en-US" sz="1800" dirty="0">
                <a:solidFill>
                  <a:srgbClr val="005288"/>
                </a:solidFill>
              </a:rPr>
              <a:t>More secure </a:t>
            </a:r>
          </a:p>
          <a:p>
            <a:pPr lvl="1"/>
            <a:r>
              <a:rPr lang="en-US" sz="1800" dirty="0">
                <a:solidFill>
                  <a:srgbClr val="005288"/>
                </a:solidFill>
              </a:rPr>
              <a:t>Focus more on total system functionality than repetitive coding</a:t>
            </a:r>
          </a:p>
          <a:p>
            <a:r>
              <a:rPr lang="en-US" sz="2000" b="1" dirty="0">
                <a:solidFill>
                  <a:srgbClr val="005288"/>
                </a:solidFill>
              </a:rPr>
              <a:t>Prospective Technology Checklist </a:t>
            </a:r>
          </a:p>
          <a:p>
            <a:pPr lvl="1"/>
            <a:r>
              <a:rPr lang="en-US" sz="1800" dirty="0">
                <a:solidFill>
                  <a:srgbClr val="005288"/>
                </a:solidFill>
              </a:rPr>
              <a:t>License type</a:t>
            </a:r>
          </a:p>
          <a:p>
            <a:pPr lvl="1"/>
            <a:r>
              <a:rPr lang="en-US" sz="1800" dirty="0">
                <a:solidFill>
                  <a:srgbClr val="005288"/>
                </a:solidFill>
              </a:rPr>
              <a:t>Available features</a:t>
            </a:r>
          </a:p>
          <a:p>
            <a:pPr lvl="1"/>
            <a:r>
              <a:rPr lang="en-US" sz="1800" dirty="0">
                <a:solidFill>
                  <a:srgbClr val="005288"/>
                </a:solidFill>
              </a:rPr>
              <a:t>Source code complexity</a:t>
            </a:r>
          </a:p>
          <a:p>
            <a:pPr lvl="1"/>
            <a:r>
              <a:rPr lang="en-US" sz="1800" dirty="0">
                <a:solidFill>
                  <a:srgbClr val="005288"/>
                </a:solidFill>
              </a:rPr>
              <a:t>Long term trends and support </a:t>
            </a:r>
          </a:p>
          <a:p>
            <a:pPr lvl="1"/>
            <a:r>
              <a:rPr lang="en-US" sz="1800" dirty="0">
                <a:solidFill>
                  <a:srgbClr val="005288"/>
                </a:solidFill>
              </a:rPr>
              <a:t>Long term vendor support </a:t>
            </a:r>
          </a:p>
          <a:p>
            <a:endParaRPr lang="en-US" dirty="0"/>
          </a:p>
        </p:txBody>
      </p:sp>
      <p:sp>
        <p:nvSpPr>
          <p:cNvPr id="3" name="Title 2"/>
          <p:cNvSpPr>
            <a:spLocks noGrp="1"/>
          </p:cNvSpPr>
          <p:nvPr>
            <p:ph type="ctrTitle"/>
          </p:nvPr>
        </p:nvSpPr>
        <p:spPr/>
        <p:txBody>
          <a:bodyPr/>
          <a:lstStyle/>
          <a:p>
            <a:r>
              <a:rPr lang="en-US" sz="2800" dirty="0"/>
              <a:t>Choosing a Tech Stack</a:t>
            </a:r>
          </a:p>
        </p:txBody>
      </p:sp>
      <p:sp>
        <p:nvSpPr>
          <p:cNvPr id="4" name="Slide Number Placeholder 3"/>
          <p:cNvSpPr>
            <a:spLocks noGrp="1"/>
          </p:cNvSpPr>
          <p:nvPr>
            <p:ph type="sldNum" sz="quarter" idx="10"/>
          </p:nvPr>
        </p:nvSpPr>
        <p:spPr/>
        <p:txBody>
          <a:bodyPr/>
          <a:lstStyle/>
          <a:p>
            <a:pPr>
              <a:defRPr/>
            </a:pPr>
            <a:fld id="{F0E3A156-B331-4D8A-B516-F3A8E9539376}" type="slidenum">
              <a:rPr lang="en-US" altLang="en-US" smtClean="0"/>
              <a:pPr>
                <a:defRPr/>
              </a:pPr>
              <a:t>6</a:t>
            </a:fld>
            <a:endParaRPr lang="en-US" altLang="en-US" dirty="0"/>
          </a:p>
        </p:txBody>
      </p:sp>
    </p:spTree>
    <p:extLst>
      <p:ext uri="{BB962C8B-B14F-4D97-AF65-F5344CB8AC3E}">
        <p14:creationId xmlns:p14="http://schemas.microsoft.com/office/powerpoint/2010/main" val="1297746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r>
              <a:rPr lang="en-US" sz="2000" b="1" dirty="0">
                <a:solidFill>
                  <a:srgbClr val="005288"/>
                </a:solidFill>
              </a:rPr>
              <a:t>Programming Language C#</a:t>
            </a:r>
          </a:p>
          <a:p>
            <a:pPr lvl="1"/>
            <a:r>
              <a:rPr lang="en-US" sz="1800" dirty="0">
                <a:solidFill>
                  <a:srgbClr val="005288"/>
                </a:solidFill>
              </a:rPr>
              <a:t>.NET is a software framework which is designed and developed by Microsoft</a:t>
            </a:r>
          </a:p>
          <a:p>
            <a:pPr lvl="2"/>
            <a:r>
              <a:rPr lang="en-US" sz="1600" dirty="0">
                <a:solidFill>
                  <a:srgbClr val="005288"/>
                </a:solidFill>
              </a:rPr>
              <a:t>A general-purpose, multi-paradigm programming language encompassing strong typing, lexically scoped, imperative, declarative, functional, generic, object-oriented (class-based), and component-oriented programming disciplines</a:t>
            </a:r>
          </a:p>
          <a:p>
            <a:pPr lvl="1"/>
            <a:r>
              <a:rPr lang="en-US" sz="1600" dirty="0">
                <a:solidFill>
                  <a:srgbClr val="005288"/>
                </a:solidFill>
              </a:rPr>
              <a:t>It was developed around 2000 by Microsoft as part of its .NET initiative, and later approved as an international standard by </a:t>
            </a:r>
            <a:r>
              <a:rPr lang="en-US" sz="1600" dirty="0" err="1">
                <a:solidFill>
                  <a:srgbClr val="005288"/>
                </a:solidFill>
              </a:rPr>
              <a:t>Ecma</a:t>
            </a:r>
            <a:r>
              <a:rPr lang="en-US" sz="1600" dirty="0">
                <a:solidFill>
                  <a:srgbClr val="005288"/>
                </a:solidFill>
              </a:rPr>
              <a:t> International (ECMA-334) and ISO (ISO/IEC 23270:2018)</a:t>
            </a:r>
          </a:p>
          <a:p>
            <a:pPr lvl="1"/>
            <a:r>
              <a:rPr lang="en-US" sz="1600" dirty="0">
                <a:solidFill>
                  <a:srgbClr val="005288"/>
                </a:solidFill>
              </a:rPr>
              <a:t>The most recent version is 8.0, which was released in 2019 alongside Visual Studio 2019 version 16.3</a:t>
            </a:r>
          </a:p>
          <a:p>
            <a:pPr marL="347662" lvl="1" indent="0">
              <a:buNone/>
            </a:pPr>
            <a:endParaRPr lang="en-US" sz="1800" dirty="0">
              <a:solidFill>
                <a:srgbClr val="005288"/>
              </a:solidFill>
            </a:endParaRPr>
          </a:p>
        </p:txBody>
      </p:sp>
      <p:sp>
        <p:nvSpPr>
          <p:cNvPr id="3" name="Title 2"/>
          <p:cNvSpPr>
            <a:spLocks noGrp="1"/>
          </p:cNvSpPr>
          <p:nvPr>
            <p:ph type="ctrTitle"/>
          </p:nvPr>
        </p:nvSpPr>
        <p:spPr/>
        <p:txBody>
          <a:bodyPr/>
          <a:lstStyle/>
          <a:p>
            <a:r>
              <a:rPr lang="en-US" sz="2800" dirty="0"/>
              <a:t>Tech Stack Alternative 1 – C# .NET </a:t>
            </a:r>
          </a:p>
        </p:txBody>
      </p:sp>
      <p:sp>
        <p:nvSpPr>
          <p:cNvPr id="4" name="Slide Number Placeholder 3"/>
          <p:cNvSpPr>
            <a:spLocks noGrp="1"/>
          </p:cNvSpPr>
          <p:nvPr>
            <p:ph type="sldNum" sz="quarter" idx="10"/>
          </p:nvPr>
        </p:nvSpPr>
        <p:spPr/>
        <p:txBody>
          <a:bodyPr/>
          <a:lstStyle/>
          <a:p>
            <a:pPr>
              <a:defRPr/>
            </a:pPr>
            <a:fld id="{F0E3A156-B331-4D8A-B516-F3A8E9539376}" type="slidenum">
              <a:rPr lang="en-US" altLang="en-US" smtClean="0"/>
              <a:pPr>
                <a:defRPr/>
              </a:pPr>
              <a:t>7</a:t>
            </a:fld>
            <a:endParaRPr lang="en-US" altLang="en-US" dirty="0"/>
          </a:p>
        </p:txBody>
      </p:sp>
    </p:spTree>
    <p:extLst>
      <p:ext uri="{BB962C8B-B14F-4D97-AF65-F5344CB8AC3E}">
        <p14:creationId xmlns:p14="http://schemas.microsoft.com/office/powerpoint/2010/main" val="1850707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3810000"/>
          </a:xfrm>
        </p:spPr>
        <p:txBody>
          <a:bodyPr/>
          <a:lstStyle/>
          <a:p>
            <a:pPr lvl="0"/>
            <a:r>
              <a:rPr lang="en-US" sz="2000" b="1" dirty="0">
                <a:solidFill>
                  <a:srgbClr val="005288"/>
                </a:solidFill>
              </a:rPr>
              <a:t>Programming Language Python  </a:t>
            </a:r>
          </a:p>
          <a:p>
            <a:pPr lvl="1"/>
            <a:r>
              <a:rPr lang="en-US" sz="1800" dirty="0">
                <a:solidFill>
                  <a:srgbClr val="005288"/>
                </a:solidFill>
              </a:rPr>
              <a:t>Python is an interpreted, high-level, general-purpose programming language. </a:t>
            </a:r>
          </a:p>
          <a:p>
            <a:pPr lvl="1"/>
            <a:r>
              <a:rPr lang="en-US" sz="1800" dirty="0">
                <a:solidFill>
                  <a:srgbClr val="005288"/>
                </a:solidFill>
              </a:rPr>
              <a:t>Its language constructs and object-oriented approach aim to help programmers write clear, logical code for small and large-scale projects. </a:t>
            </a:r>
          </a:p>
          <a:p>
            <a:pPr lvl="1"/>
            <a:r>
              <a:rPr lang="en-US" sz="1800" dirty="0">
                <a:solidFill>
                  <a:srgbClr val="005288"/>
                </a:solidFill>
              </a:rPr>
              <a:t>Python interpreters are available for many operating systems. </a:t>
            </a:r>
          </a:p>
          <a:p>
            <a:pPr lvl="1"/>
            <a:r>
              <a:rPr lang="en-US" sz="1800" dirty="0">
                <a:solidFill>
                  <a:srgbClr val="005288"/>
                </a:solidFill>
              </a:rPr>
              <a:t>A global community of programmers develops and maintains CPython, an open source reference implementation. </a:t>
            </a:r>
          </a:p>
          <a:p>
            <a:pPr lvl="1"/>
            <a:r>
              <a:rPr lang="en-US" sz="1800" dirty="0">
                <a:solidFill>
                  <a:srgbClr val="005288"/>
                </a:solidFill>
              </a:rPr>
              <a:t>A non-profit organization, the Python Software Foundation, manages and directs resources for Python and CPython development.</a:t>
            </a:r>
          </a:p>
          <a:p>
            <a:pPr lvl="1"/>
            <a:r>
              <a:rPr lang="en-US" sz="1800" dirty="0">
                <a:solidFill>
                  <a:srgbClr val="005288"/>
                </a:solidFill>
              </a:rPr>
              <a:t>The main databases that Django works with are PostgreSQL, MySQL, SQLite, and Oracle, but third-party drivers allow you to use others as well.</a:t>
            </a:r>
          </a:p>
          <a:p>
            <a:pPr lvl="1"/>
            <a:r>
              <a:rPr lang="en-US" sz="1800" dirty="0">
                <a:solidFill>
                  <a:srgbClr val="005288"/>
                </a:solidFill>
              </a:rPr>
              <a:t>Similar to Ruby on Rails, requires MySQL, and doesn’t work with VMs.</a:t>
            </a:r>
          </a:p>
          <a:p>
            <a:endParaRPr lang="en-US" sz="2400" dirty="0">
              <a:solidFill>
                <a:srgbClr val="005288"/>
              </a:solidFill>
            </a:endParaRPr>
          </a:p>
        </p:txBody>
      </p:sp>
      <p:sp>
        <p:nvSpPr>
          <p:cNvPr id="3" name="Title 2"/>
          <p:cNvSpPr>
            <a:spLocks noGrp="1"/>
          </p:cNvSpPr>
          <p:nvPr>
            <p:ph type="ctrTitle"/>
          </p:nvPr>
        </p:nvSpPr>
        <p:spPr/>
        <p:txBody>
          <a:bodyPr/>
          <a:lstStyle/>
          <a:p>
            <a:r>
              <a:rPr lang="en-US" sz="2800" dirty="0"/>
              <a:t>Tech Stack Alternative 2 – Python/Django</a:t>
            </a:r>
          </a:p>
        </p:txBody>
      </p:sp>
      <p:sp>
        <p:nvSpPr>
          <p:cNvPr id="4" name="Slide Number Placeholder 3"/>
          <p:cNvSpPr>
            <a:spLocks noGrp="1"/>
          </p:cNvSpPr>
          <p:nvPr>
            <p:ph type="sldNum" sz="quarter" idx="10"/>
          </p:nvPr>
        </p:nvSpPr>
        <p:spPr/>
        <p:txBody>
          <a:bodyPr/>
          <a:lstStyle/>
          <a:p>
            <a:pPr>
              <a:defRPr/>
            </a:pPr>
            <a:fld id="{F0E3A156-B331-4D8A-B516-F3A8E9539376}" type="slidenum">
              <a:rPr lang="en-US" altLang="en-US" smtClean="0"/>
              <a:pPr>
                <a:defRPr/>
              </a:pPr>
              <a:t>8</a:t>
            </a:fld>
            <a:endParaRPr lang="en-US" altLang="en-US" dirty="0"/>
          </a:p>
        </p:txBody>
      </p:sp>
    </p:spTree>
    <p:extLst>
      <p:ext uri="{BB962C8B-B14F-4D97-AF65-F5344CB8AC3E}">
        <p14:creationId xmlns:p14="http://schemas.microsoft.com/office/powerpoint/2010/main" val="2896981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90550" y="1295400"/>
            <a:ext cx="8229600" cy="4876800"/>
          </a:xfrm>
        </p:spPr>
        <p:txBody>
          <a:bodyPr/>
          <a:lstStyle/>
          <a:p>
            <a:pPr lvl="0"/>
            <a:r>
              <a:rPr lang="en-US" sz="1800" b="1" dirty="0">
                <a:solidFill>
                  <a:srgbClr val="005288"/>
                </a:solidFill>
              </a:rPr>
              <a:t>Programming Language JavaScript  </a:t>
            </a:r>
          </a:p>
          <a:p>
            <a:pPr lvl="1"/>
            <a:r>
              <a:rPr lang="en-US" sz="1800" dirty="0">
                <a:solidFill>
                  <a:srgbClr val="005288"/>
                </a:solidFill>
              </a:rPr>
              <a:t>JavaScript is a high-level, just-in-time compiled, object-oriented programming language that conforms to the ECMAScript specification.</a:t>
            </a:r>
          </a:p>
          <a:p>
            <a:pPr lvl="1"/>
            <a:r>
              <a:rPr lang="en-US" sz="1800" dirty="0">
                <a:solidFill>
                  <a:srgbClr val="005288"/>
                </a:solidFill>
              </a:rPr>
              <a:t>Alongside HTML and CSS, JavaScript is one of the core technologies of the World Wide Web.</a:t>
            </a:r>
          </a:p>
          <a:p>
            <a:pPr lvl="1"/>
            <a:r>
              <a:rPr lang="en-US" sz="1800" dirty="0">
                <a:solidFill>
                  <a:srgbClr val="005288"/>
                </a:solidFill>
              </a:rPr>
              <a:t>JavaScript enables interactive web pages and is an essential part of web applications.</a:t>
            </a:r>
          </a:p>
          <a:p>
            <a:pPr lvl="1"/>
            <a:r>
              <a:rPr lang="en-US" sz="1800" dirty="0">
                <a:solidFill>
                  <a:srgbClr val="005288"/>
                </a:solidFill>
              </a:rPr>
              <a:t> The vast majority of websites use it, and major web browsers have a dedicated JavaScript engine to execute it.</a:t>
            </a:r>
          </a:p>
          <a:p>
            <a:pPr lvl="1"/>
            <a:r>
              <a:rPr lang="en-US" sz="1800" dirty="0">
                <a:solidFill>
                  <a:srgbClr val="005288"/>
                </a:solidFill>
              </a:rPr>
              <a:t>As a multi-paradigm language, JavaScript supports event-driven, functional, and imperative (including object-oriented and prototype-based) programming styles</a:t>
            </a:r>
          </a:p>
          <a:p>
            <a:pPr lvl="1"/>
            <a:r>
              <a:rPr lang="en-US" sz="1800" dirty="0">
                <a:solidFill>
                  <a:srgbClr val="005288"/>
                </a:solidFill>
              </a:rPr>
              <a:t>This alternative requires three technologies – Angular, Express, and GraphQL.</a:t>
            </a:r>
          </a:p>
          <a:p>
            <a:pPr lvl="1"/>
            <a:r>
              <a:rPr lang="en-US" sz="1800" dirty="0">
                <a:solidFill>
                  <a:srgbClr val="005288"/>
                </a:solidFill>
              </a:rPr>
              <a:t>This is a browser/client side technology.</a:t>
            </a:r>
          </a:p>
          <a:p>
            <a:endParaRPr lang="en-US" sz="1800" dirty="0">
              <a:solidFill>
                <a:srgbClr val="005288"/>
              </a:solidFill>
            </a:endParaRPr>
          </a:p>
        </p:txBody>
      </p:sp>
      <p:sp>
        <p:nvSpPr>
          <p:cNvPr id="3" name="Title 2"/>
          <p:cNvSpPr>
            <a:spLocks noGrp="1"/>
          </p:cNvSpPr>
          <p:nvPr>
            <p:ph type="ctrTitle"/>
          </p:nvPr>
        </p:nvSpPr>
        <p:spPr/>
        <p:txBody>
          <a:bodyPr/>
          <a:lstStyle/>
          <a:p>
            <a:r>
              <a:rPr lang="en-US" sz="2800" dirty="0"/>
              <a:t>Tech Stack Alternative 3 – JavaScript </a:t>
            </a:r>
          </a:p>
        </p:txBody>
      </p:sp>
      <p:sp>
        <p:nvSpPr>
          <p:cNvPr id="4" name="Slide Number Placeholder 3"/>
          <p:cNvSpPr>
            <a:spLocks noGrp="1"/>
          </p:cNvSpPr>
          <p:nvPr>
            <p:ph type="sldNum" sz="quarter" idx="10"/>
          </p:nvPr>
        </p:nvSpPr>
        <p:spPr/>
        <p:txBody>
          <a:bodyPr/>
          <a:lstStyle/>
          <a:p>
            <a:pPr>
              <a:defRPr/>
            </a:pPr>
            <a:fld id="{F0E3A156-B331-4D8A-B516-F3A8E9539376}" type="slidenum">
              <a:rPr lang="en-US" altLang="en-US" smtClean="0"/>
              <a:pPr>
                <a:defRPr/>
              </a:pPr>
              <a:t>9</a:t>
            </a:fld>
            <a:endParaRPr lang="en-US" altLang="en-US" dirty="0"/>
          </a:p>
        </p:txBody>
      </p:sp>
    </p:spTree>
    <p:extLst>
      <p:ext uri="{BB962C8B-B14F-4D97-AF65-F5344CB8AC3E}">
        <p14:creationId xmlns:p14="http://schemas.microsoft.com/office/powerpoint/2010/main" val="2185884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1"/>
            <a:ext cx="8610600" cy="3810000"/>
          </a:xfrm>
        </p:spPr>
        <p:txBody>
          <a:bodyPr/>
          <a:lstStyle/>
          <a:p>
            <a:r>
              <a:rPr lang="en-US" sz="2000" b="1" dirty="0">
                <a:solidFill>
                  <a:srgbClr val="005288"/>
                </a:solidFill>
              </a:rPr>
              <a:t>Tech Stack Alternative 1: C# .NET</a:t>
            </a:r>
          </a:p>
          <a:p>
            <a:pPr lvl="1"/>
            <a:r>
              <a:rPr lang="en-US" sz="1800" dirty="0">
                <a:solidFill>
                  <a:srgbClr val="005288"/>
                </a:solidFill>
              </a:rPr>
              <a:t>C# is a language created and maintained by Microsoft Corporation</a:t>
            </a:r>
          </a:p>
          <a:p>
            <a:pPr lvl="1"/>
            <a:r>
              <a:rPr lang="en-US" sz="1800" dirty="0">
                <a:solidFill>
                  <a:srgbClr val="005288"/>
                </a:solidFill>
              </a:rPr>
              <a:t>C# has been around for decades and has been proven to be reliable at enterprise-scale</a:t>
            </a:r>
          </a:p>
          <a:p>
            <a:pPr lvl="1"/>
            <a:r>
              <a:rPr lang="en-US" sz="1800" dirty="0">
                <a:solidFill>
                  <a:srgbClr val="005288"/>
                </a:solidFill>
              </a:rPr>
              <a:t>Since it is a Microsoft product, it is able to connect to Microsoft SQL databases out-of-the-box without any third-party libraries</a:t>
            </a:r>
          </a:p>
          <a:p>
            <a:pPr lvl="1"/>
            <a:r>
              <a:rPr lang="en-US" sz="1800" dirty="0">
                <a:solidFill>
                  <a:srgbClr val="005288"/>
                </a:solidFill>
              </a:rPr>
              <a:t>It will work seamlessly with Microsoft’s Azure platform</a:t>
            </a:r>
          </a:p>
          <a:p>
            <a:pPr lvl="1"/>
            <a:r>
              <a:rPr lang="en-US" sz="1800" dirty="0">
                <a:solidFill>
                  <a:srgbClr val="005288"/>
                </a:solidFill>
              </a:rPr>
              <a:t>Support from the developer community as well as Microsoft is abundant, so if any issues arise, they can be solved quickly and efficiently</a:t>
            </a:r>
          </a:p>
          <a:p>
            <a:endParaRPr lang="en-US" sz="1800" dirty="0">
              <a:solidFill>
                <a:srgbClr val="005288"/>
              </a:solidFill>
            </a:endParaRPr>
          </a:p>
        </p:txBody>
      </p:sp>
      <p:sp>
        <p:nvSpPr>
          <p:cNvPr id="3" name="Title 2"/>
          <p:cNvSpPr>
            <a:spLocks noGrp="1"/>
          </p:cNvSpPr>
          <p:nvPr>
            <p:ph type="ctrTitle"/>
          </p:nvPr>
        </p:nvSpPr>
        <p:spPr/>
        <p:txBody>
          <a:bodyPr/>
          <a:lstStyle/>
          <a:p>
            <a:r>
              <a:rPr lang="en-US" sz="2800" dirty="0"/>
              <a:t>Proposed Architecture for TSPWeb</a:t>
            </a:r>
            <a:br>
              <a:rPr lang="en-US" sz="2800" dirty="0"/>
            </a:br>
            <a:endParaRPr lang="en-US" sz="2800" dirty="0"/>
          </a:p>
        </p:txBody>
      </p:sp>
      <p:sp>
        <p:nvSpPr>
          <p:cNvPr id="4" name="Slide Number Placeholder 3"/>
          <p:cNvSpPr>
            <a:spLocks noGrp="1"/>
          </p:cNvSpPr>
          <p:nvPr>
            <p:ph type="sldNum" sz="quarter" idx="10"/>
          </p:nvPr>
        </p:nvSpPr>
        <p:spPr/>
        <p:txBody>
          <a:bodyPr/>
          <a:lstStyle/>
          <a:p>
            <a:pPr>
              <a:defRPr/>
            </a:pPr>
            <a:fld id="{F0E3A156-B331-4D8A-B516-F3A8E9539376}" type="slidenum">
              <a:rPr lang="en-US" altLang="en-US" smtClean="0"/>
              <a:pPr>
                <a:defRPr/>
              </a:pPr>
              <a:t>10</a:t>
            </a:fld>
            <a:endParaRPr lang="en-US" altLang="en-US" dirty="0"/>
          </a:p>
        </p:txBody>
      </p:sp>
    </p:spTree>
    <p:extLst>
      <p:ext uri="{BB962C8B-B14F-4D97-AF65-F5344CB8AC3E}">
        <p14:creationId xmlns:p14="http://schemas.microsoft.com/office/powerpoint/2010/main" val="1166068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2800" dirty="0"/>
              <a:t>Proposed TSPWeb System Tech Stack</a:t>
            </a:r>
          </a:p>
        </p:txBody>
      </p:sp>
      <p:sp>
        <p:nvSpPr>
          <p:cNvPr id="4" name="Slide Number Placeholder 3"/>
          <p:cNvSpPr>
            <a:spLocks noGrp="1"/>
          </p:cNvSpPr>
          <p:nvPr>
            <p:ph type="sldNum" sz="quarter" idx="10"/>
          </p:nvPr>
        </p:nvSpPr>
        <p:spPr/>
        <p:txBody>
          <a:bodyPr/>
          <a:lstStyle/>
          <a:p>
            <a:pPr>
              <a:defRPr/>
            </a:pPr>
            <a:fld id="{F0E3A156-B331-4D8A-B516-F3A8E9539376}" type="slidenum">
              <a:rPr lang="en-US" altLang="en-US" smtClean="0"/>
              <a:pPr>
                <a:defRPr/>
              </a:pPr>
              <a:t>11</a:t>
            </a:fld>
            <a:endParaRPr lang="en-US" altLang="en-US" dirty="0"/>
          </a:p>
        </p:txBody>
      </p:sp>
      <p:graphicFrame>
        <p:nvGraphicFramePr>
          <p:cNvPr id="5" name="Diagram 4"/>
          <p:cNvGraphicFramePr/>
          <p:nvPr>
            <p:extLst>
              <p:ext uri="{D42A27DB-BD31-4B8C-83A1-F6EECF244321}">
                <p14:modId xmlns:p14="http://schemas.microsoft.com/office/powerpoint/2010/main" val="4224124295"/>
              </p:ext>
            </p:extLst>
          </p:nvPr>
        </p:nvGraphicFramePr>
        <p:xfrm>
          <a:off x="-436636" y="1765791"/>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p:cNvGraphicFramePr/>
          <p:nvPr>
            <p:extLst>
              <p:ext uri="{D42A27DB-BD31-4B8C-83A1-F6EECF244321}">
                <p14:modId xmlns:p14="http://schemas.microsoft.com/office/powerpoint/2010/main" val="1362873673"/>
              </p:ext>
            </p:extLst>
          </p:nvPr>
        </p:nvGraphicFramePr>
        <p:xfrm>
          <a:off x="3787266" y="2580274"/>
          <a:ext cx="5432513" cy="190205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 name="Left-Right Arrow 6"/>
          <p:cNvSpPr/>
          <p:nvPr/>
        </p:nvSpPr>
        <p:spPr>
          <a:xfrm>
            <a:off x="4132485" y="3359536"/>
            <a:ext cx="1192257" cy="343531"/>
          </a:xfrm>
          <a:prstGeom prst="leftRightArrow">
            <a:avLst/>
          </a:prstGeom>
          <a:solidFill>
            <a:srgbClr val="005288"/>
          </a:solidFill>
          <a:ln>
            <a:solidFill>
              <a:srgbClr val="00528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LT Std 35 Light"/>
              <a:ea typeface="+mn-ea"/>
              <a:cs typeface="+mn-cs"/>
            </a:endParaRPr>
          </a:p>
        </p:txBody>
      </p:sp>
      <p:sp>
        <p:nvSpPr>
          <p:cNvPr id="8" name="TextBox 7"/>
          <p:cNvSpPr txBox="1"/>
          <p:nvPr/>
        </p:nvSpPr>
        <p:spPr>
          <a:xfrm>
            <a:off x="4016287" y="3709672"/>
            <a:ext cx="1428596" cy="369332"/>
          </a:xfrm>
          <a:prstGeom prst="rect">
            <a:avLst/>
          </a:prstGeom>
          <a:solidFill>
            <a:srgbClr val="005288"/>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Avenir LT Std 35 Light"/>
                <a:ea typeface="+mn-ea"/>
                <a:cs typeface="+mn-cs"/>
              </a:rPr>
              <a:t>The Internet</a:t>
            </a:r>
          </a:p>
        </p:txBody>
      </p:sp>
      <p:sp>
        <p:nvSpPr>
          <p:cNvPr id="9" name="TextBox 8"/>
          <p:cNvSpPr txBox="1"/>
          <p:nvPr/>
        </p:nvSpPr>
        <p:spPr>
          <a:xfrm>
            <a:off x="1819537" y="5829791"/>
            <a:ext cx="13901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288"/>
                </a:solidFill>
                <a:effectLst/>
                <a:uLnTx/>
                <a:uFillTx/>
                <a:latin typeface="+mn-lt"/>
                <a:ea typeface="+mn-ea"/>
                <a:cs typeface="+mn-cs"/>
              </a:rPr>
              <a:t>Server Side</a:t>
            </a:r>
          </a:p>
        </p:txBody>
      </p:sp>
      <p:sp>
        <p:nvSpPr>
          <p:cNvPr id="10" name="TextBox 9"/>
          <p:cNvSpPr txBox="1"/>
          <p:nvPr/>
        </p:nvSpPr>
        <p:spPr>
          <a:xfrm>
            <a:off x="5888708" y="4436860"/>
            <a:ext cx="130035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288"/>
                </a:solidFill>
                <a:effectLst/>
                <a:uLnTx/>
                <a:uFillTx/>
                <a:latin typeface="+mn-lt"/>
                <a:ea typeface="+mn-ea"/>
                <a:cs typeface="+mn-cs"/>
              </a:rPr>
              <a:t>Client Side</a:t>
            </a:r>
          </a:p>
        </p:txBody>
      </p:sp>
    </p:spTree>
    <p:extLst>
      <p:ext uri="{BB962C8B-B14F-4D97-AF65-F5344CB8AC3E}">
        <p14:creationId xmlns:p14="http://schemas.microsoft.com/office/powerpoint/2010/main" val="3532762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2800" dirty="0"/>
              <a:t>New TSPWeb Application Timeline</a:t>
            </a:r>
          </a:p>
        </p:txBody>
      </p:sp>
      <p:sp>
        <p:nvSpPr>
          <p:cNvPr id="4" name="Slide Number Placeholder 3"/>
          <p:cNvSpPr>
            <a:spLocks noGrp="1"/>
          </p:cNvSpPr>
          <p:nvPr>
            <p:ph type="sldNum" sz="quarter" idx="10"/>
          </p:nvPr>
        </p:nvSpPr>
        <p:spPr/>
        <p:txBody>
          <a:bodyPr/>
          <a:lstStyle/>
          <a:p>
            <a:pPr>
              <a:defRPr/>
            </a:pPr>
            <a:fld id="{F0E3A156-B331-4D8A-B516-F3A8E9539376}" type="slidenum">
              <a:rPr lang="en-US" altLang="en-US" smtClean="0"/>
              <a:pPr>
                <a:defRPr/>
              </a:pPr>
              <a:t>12</a:t>
            </a:fld>
            <a:endParaRPr lang="en-US" altLang="en-US" dirty="0"/>
          </a:p>
        </p:txBody>
      </p:sp>
      <p:graphicFrame>
        <p:nvGraphicFramePr>
          <p:cNvPr id="5" name="Table 4"/>
          <p:cNvGraphicFramePr>
            <a:graphicFrameLocks noGrp="1"/>
          </p:cNvGraphicFramePr>
          <p:nvPr>
            <p:extLst>
              <p:ext uri="{D42A27DB-BD31-4B8C-83A1-F6EECF244321}">
                <p14:modId xmlns:p14="http://schemas.microsoft.com/office/powerpoint/2010/main" val="3105234386"/>
              </p:ext>
            </p:extLst>
          </p:nvPr>
        </p:nvGraphicFramePr>
        <p:xfrm>
          <a:off x="419100" y="1295400"/>
          <a:ext cx="8305800" cy="4724399"/>
        </p:xfrm>
        <a:graphic>
          <a:graphicData uri="http://schemas.openxmlformats.org/drawingml/2006/table">
            <a:tbl>
              <a:tblPr>
                <a:tableStyleId>{5C22544A-7EE6-4342-B048-85BDC9FD1C3A}</a:tableStyleId>
              </a:tblPr>
              <a:tblGrid>
                <a:gridCol w="1384300">
                  <a:extLst>
                    <a:ext uri="{9D8B030D-6E8A-4147-A177-3AD203B41FA5}">
                      <a16:colId xmlns:a16="http://schemas.microsoft.com/office/drawing/2014/main" val="8615177"/>
                    </a:ext>
                  </a:extLst>
                </a:gridCol>
                <a:gridCol w="1384300">
                  <a:extLst>
                    <a:ext uri="{9D8B030D-6E8A-4147-A177-3AD203B41FA5}">
                      <a16:colId xmlns:a16="http://schemas.microsoft.com/office/drawing/2014/main" val="3668264911"/>
                    </a:ext>
                  </a:extLst>
                </a:gridCol>
                <a:gridCol w="1384300">
                  <a:extLst>
                    <a:ext uri="{9D8B030D-6E8A-4147-A177-3AD203B41FA5}">
                      <a16:colId xmlns:a16="http://schemas.microsoft.com/office/drawing/2014/main" val="3631371863"/>
                    </a:ext>
                  </a:extLst>
                </a:gridCol>
                <a:gridCol w="1384300">
                  <a:extLst>
                    <a:ext uri="{9D8B030D-6E8A-4147-A177-3AD203B41FA5}">
                      <a16:colId xmlns:a16="http://schemas.microsoft.com/office/drawing/2014/main" val="707503846"/>
                    </a:ext>
                  </a:extLst>
                </a:gridCol>
                <a:gridCol w="1384300">
                  <a:extLst>
                    <a:ext uri="{9D8B030D-6E8A-4147-A177-3AD203B41FA5}">
                      <a16:colId xmlns:a16="http://schemas.microsoft.com/office/drawing/2014/main" val="4174723129"/>
                    </a:ext>
                  </a:extLst>
                </a:gridCol>
                <a:gridCol w="1384300">
                  <a:extLst>
                    <a:ext uri="{9D8B030D-6E8A-4147-A177-3AD203B41FA5}">
                      <a16:colId xmlns:a16="http://schemas.microsoft.com/office/drawing/2014/main" val="1196895621"/>
                    </a:ext>
                  </a:extLst>
                </a:gridCol>
              </a:tblGrid>
              <a:tr h="935457">
                <a:tc>
                  <a:txBody>
                    <a:bodyPr/>
                    <a:lstStyle/>
                    <a:p>
                      <a:pPr algn="ctr" fontAlgn="t"/>
                      <a:r>
                        <a:rPr lang="en-US" sz="1200" b="1" u="none" strike="noStrike" dirty="0">
                          <a:solidFill>
                            <a:schemeClr val="tx1"/>
                          </a:solidFill>
                          <a:effectLst/>
                        </a:rPr>
                        <a:t>Milestone Date</a:t>
                      </a:r>
                      <a:endParaRPr lang="en-US" sz="1200" b="1" i="0" u="none" strike="noStrike" dirty="0">
                        <a:solidFill>
                          <a:schemeClr val="tx1"/>
                        </a:solidFill>
                        <a:effectLst/>
                        <a:latin typeface="Calibri" panose="020F0502020204030204" pitchFamily="34" charset="0"/>
                      </a:endParaRPr>
                    </a:p>
                  </a:txBody>
                  <a:tcPr marL="6350" marR="6350" marT="6350" marB="0" anchor="ctr">
                    <a:solidFill>
                      <a:srgbClr val="005288"/>
                    </a:solidFill>
                  </a:tcPr>
                </a:tc>
                <a:tc>
                  <a:txBody>
                    <a:bodyPr/>
                    <a:lstStyle/>
                    <a:p>
                      <a:pPr algn="ctr" fontAlgn="t"/>
                      <a:r>
                        <a:rPr lang="en-US" sz="1200" b="1" u="none" strike="noStrike" dirty="0">
                          <a:solidFill>
                            <a:schemeClr val="tx1"/>
                          </a:solidFill>
                          <a:effectLst/>
                        </a:rPr>
                        <a:t>3 Months after project start</a:t>
                      </a:r>
                      <a:endParaRPr lang="en-US" sz="1200" b="1" i="0" u="none" strike="noStrike" dirty="0">
                        <a:solidFill>
                          <a:schemeClr val="tx1"/>
                        </a:solidFill>
                        <a:effectLst/>
                        <a:latin typeface="Calibri" panose="020F0502020204030204" pitchFamily="34" charset="0"/>
                      </a:endParaRPr>
                    </a:p>
                  </a:txBody>
                  <a:tcPr marL="6350" marR="6350" marT="6350" marB="0" anchor="ctr">
                    <a:solidFill>
                      <a:srgbClr val="005288"/>
                    </a:solidFill>
                  </a:tcPr>
                </a:tc>
                <a:tc>
                  <a:txBody>
                    <a:bodyPr/>
                    <a:lstStyle/>
                    <a:p>
                      <a:pPr algn="ctr" fontAlgn="t"/>
                      <a:r>
                        <a:rPr lang="en-US" sz="1200" b="1" u="none" strike="noStrike" dirty="0">
                          <a:solidFill>
                            <a:schemeClr val="tx1"/>
                          </a:solidFill>
                          <a:effectLst/>
                        </a:rPr>
                        <a:t>5 Months after project start</a:t>
                      </a:r>
                      <a:endParaRPr lang="en-US" sz="1200" b="1" i="0" u="none" strike="noStrike" dirty="0">
                        <a:solidFill>
                          <a:schemeClr val="tx1"/>
                        </a:solidFill>
                        <a:effectLst/>
                        <a:latin typeface="Calibri" panose="020F0502020204030204" pitchFamily="34" charset="0"/>
                      </a:endParaRPr>
                    </a:p>
                  </a:txBody>
                  <a:tcPr marL="6350" marR="6350" marT="6350" marB="0" anchor="ctr">
                    <a:solidFill>
                      <a:srgbClr val="005288"/>
                    </a:solidFill>
                  </a:tcPr>
                </a:tc>
                <a:tc>
                  <a:txBody>
                    <a:bodyPr/>
                    <a:lstStyle/>
                    <a:p>
                      <a:pPr algn="ctr" fontAlgn="t"/>
                      <a:r>
                        <a:rPr lang="en-US" sz="1200" b="1" u="none" strike="noStrike" dirty="0">
                          <a:solidFill>
                            <a:schemeClr val="tx1"/>
                          </a:solidFill>
                          <a:effectLst/>
                        </a:rPr>
                        <a:t>7 Months after project start</a:t>
                      </a:r>
                      <a:endParaRPr lang="en-US" sz="1200" b="1" i="0" u="none" strike="noStrike" dirty="0">
                        <a:solidFill>
                          <a:schemeClr val="tx1"/>
                        </a:solidFill>
                        <a:effectLst/>
                        <a:latin typeface="Calibri" panose="020F0502020204030204" pitchFamily="34" charset="0"/>
                      </a:endParaRPr>
                    </a:p>
                  </a:txBody>
                  <a:tcPr marL="6350" marR="6350" marT="6350" marB="0" anchor="ctr">
                    <a:solidFill>
                      <a:srgbClr val="005288"/>
                    </a:solidFill>
                  </a:tcPr>
                </a:tc>
                <a:tc>
                  <a:txBody>
                    <a:bodyPr/>
                    <a:lstStyle/>
                    <a:p>
                      <a:pPr algn="ctr" fontAlgn="t"/>
                      <a:r>
                        <a:rPr lang="en-US" sz="1200" b="1" u="none" strike="noStrike" dirty="0">
                          <a:solidFill>
                            <a:schemeClr val="tx1"/>
                          </a:solidFill>
                          <a:effectLst/>
                        </a:rPr>
                        <a:t>9 Months after project start</a:t>
                      </a:r>
                      <a:endParaRPr lang="en-US" sz="1200" b="1" i="0" u="none" strike="noStrike" dirty="0">
                        <a:solidFill>
                          <a:schemeClr val="tx1"/>
                        </a:solidFill>
                        <a:effectLst/>
                        <a:latin typeface="Calibri" panose="020F0502020204030204" pitchFamily="34" charset="0"/>
                      </a:endParaRPr>
                    </a:p>
                  </a:txBody>
                  <a:tcPr marL="6350" marR="6350" marT="6350" marB="0" anchor="ctr">
                    <a:solidFill>
                      <a:srgbClr val="005288"/>
                    </a:solidFill>
                  </a:tcPr>
                </a:tc>
                <a:tc>
                  <a:txBody>
                    <a:bodyPr/>
                    <a:lstStyle/>
                    <a:p>
                      <a:pPr algn="ctr" fontAlgn="t"/>
                      <a:r>
                        <a:rPr lang="en-US" sz="1200" b="1" u="none" strike="noStrike" dirty="0">
                          <a:solidFill>
                            <a:schemeClr val="tx1"/>
                          </a:solidFill>
                          <a:effectLst/>
                        </a:rPr>
                        <a:t>11 Months after project start</a:t>
                      </a:r>
                      <a:endParaRPr lang="en-US" sz="1200" b="1" i="0" u="none" strike="noStrike" dirty="0">
                        <a:solidFill>
                          <a:schemeClr val="tx1"/>
                        </a:solidFill>
                        <a:effectLst/>
                        <a:latin typeface="Calibri" panose="020F0502020204030204" pitchFamily="34" charset="0"/>
                      </a:endParaRPr>
                    </a:p>
                  </a:txBody>
                  <a:tcPr marL="6350" marR="6350" marT="6350" marB="0" anchor="ctr">
                    <a:solidFill>
                      <a:srgbClr val="005288"/>
                    </a:solidFill>
                  </a:tcPr>
                </a:tc>
                <a:extLst>
                  <a:ext uri="{0D108BD9-81ED-4DB2-BD59-A6C34878D82A}">
                    <a16:rowId xmlns:a16="http://schemas.microsoft.com/office/drawing/2014/main" val="2627839258"/>
                  </a:ext>
                </a:extLst>
              </a:tr>
              <a:tr h="740820">
                <a:tc>
                  <a:txBody>
                    <a:bodyPr/>
                    <a:lstStyle/>
                    <a:p>
                      <a:pPr algn="ctr" fontAlgn="t"/>
                      <a:r>
                        <a:rPr lang="en-US" sz="1200" b="1" u="none" strike="noStrike" dirty="0">
                          <a:solidFill>
                            <a:schemeClr val="tx1"/>
                          </a:solidFill>
                          <a:effectLst/>
                        </a:rPr>
                        <a:t>New TSPWeb Release Version</a:t>
                      </a:r>
                      <a:endParaRPr lang="en-US" sz="1200" b="1" i="0" u="none" strike="noStrike" dirty="0">
                        <a:solidFill>
                          <a:schemeClr val="tx1"/>
                        </a:solidFill>
                        <a:effectLst/>
                        <a:latin typeface="Calibri" panose="020F0502020204030204" pitchFamily="34" charset="0"/>
                      </a:endParaRPr>
                    </a:p>
                  </a:txBody>
                  <a:tcPr marL="6350" marR="6350" marT="6350" marB="0" anchor="ctr">
                    <a:solidFill>
                      <a:srgbClr val="005288"/>
                    </a:solidFill>
                  </a:tcPr>
                </a:tc>
                <a:tc>
                  <a:txBody>
                    <a:bodyPr/>
                    <a:lstStyle/>
                    <a:p>
                      <a:pPr algn="ctr" fontAlgn="t"/>
                      <a:r>
                        <a:rPr lang="en-US" sz="1400" b="0" u="none" strike="noStrike" dirty="0">
                          <a:solidFill>
                            <a:srgbClr val="005288"/>
                          </a:solidFill>
                          <a:effectLst/>
                        </a:rPr>
                        <a:t>0.2</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tc>
                  <a:txBody>
                    <a:bodyPr/>
                    <a:lstStyle/>
                    <a:p>
                      <a:pPr algn="ctr" fontAlgn="t"/>
                      <a:r>
                        <a:rPr lang="en-US" sz="1400" b="0" u="none" strike="noStrike" dirty="0">
                          <a:solidFill>
                            <a:srgbClr val="005288"/>
                          </a:solidFill>
                          <a:effectLst/>
                        </a:rPr>
                        <a:t>0.4</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tc>
                  <a:txBody>
                    <a:bodyPr/>
                    <a:lstStyle/>
                    <a:p>
                      <a:pPr algn="ctr" fontAlgn="t"/>
                      <a:r>
                        <a:rPr lang="en-US" sz="1400" b="0" u="none" strike="noStrike" dirty="0">
                          <a:solidFill>
                            <a:srgbClr val="005288"/>
                          </a:solidFill>
                          <a:effectLst/>
                        </a:rPr>
                        <a:t>0.6</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tc>
                  <a:txBody>
                    <a:bodyPr/>
                    <a:lstStyle/>
                    <a:p>
                      <a:pPr algn="ctr" fontAlgn="t"/>
                      <a:r>
                        <a:rPr lang="en-US" sz="1400" b="0" u="none" strike="noStrike" dirty="0">
                          <a:solidFill>
                            <a:srgbClr val="005288"/>
                          </a:solidFill>
                          <a:effectLst/>
                        </a:rPr>
                        <a:t>0.8</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tc>
                  <a:txBody>
                    <a:bodyPr/>
                    <a:lstStyle/>
                    <a:p>
                      <a:pPr algn="ctr" fontAlgn="t"/>
                      <a:r>
                        <a:rPr lang="en-US" sz="1400" b="0" u="none" strike="noStrike" dirty="0">
                          <a:solidFill>
                            <a:srgbClr val="005288"/>
                          </a:solidFill>
                          <a:effectLst/>
                        </a:rPr>
                        <a:t>1.0 First Production Release</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extLst>
                  <a:ext uri="{0D108BD9-81ED-4DB2-BD59-A6C34878D82A}">
                    <a16:rowId xmlns:a16="http://schemas.microsoft.com/office/drawing/2014/main" val="948455764"/>
                  </a:ext>
                </a:extLst>
              </a:tr>
              <a:tr h="1524061">
                <a:tc>
                  <a:txBody>
                    <a:bodyPr/>
                    <a:lstStyle/>
                    <a:p>
                      <a:pPr algn="ctr" fontAlgn="t"/>
                      <a:r>
                        <a:rPr lang="en-US" sz="1200" b="1" u="none" strike="noStrike" dirty="0">
                          <a:solidFill>
                            <a:schemeClr val="tx1"/>
                          </a:solidFill>
                          <a:effectLst/>
                        </a:rPr>
                        <a:t>Goal </a:t>
                      </a:r>
                      <a:endParaRPr lang="en-US" sz="1200" b="1" i="0" u="none" strike="noStrike" dirty="0">
                        <a:solidFill>
                          <a:schemeClr val="tx1"/>
                        </a:solidFill>
                        <a:effectLst/>
                        <a:latin typeface="Calibri" panose="020F0502020204030204" pitchFamily="34" charset="0"/>
                      </a:endParaRPr>
                    </a:p>
                  </a:txBody>
                  <a:tcPr marL="6350" marR="6350" marT="6350" marB="0" anchor="ctr">
                    <a:solidFill>
                      <a:srgbClr val="005288"/>
                    </a:solidFill>
                  </a:tcPr>
                </a:tc>
                <a:tc>
                  <a:txBody>
                    <a:bodyPr/>
                    <a:lstStyle/>
                    <a:p>
                      <a:pPr algn="ctr" fontAlgn="t"/>
                      <a:r>
                        <a:rPr lang="en-US" sz="1400" b="0" u="none" strike="noStrike" dirty="0">
                          <a:solidFill>
                            <a:srgbClr val="005288"/>
                          </a:solidFill>
                          <a:effectLst/>
                        </a:rPr>
                        <a:t>System foundation and framework</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tc>
                  <a:txBody>
                    <a:bodyPr/>
                    <a:lstStyle/>
                    <a:p>
                      <a:pPr algn="ctr" fontAlgn="t"/>
                      <a:r>
                        <a:rPr lang="en-US" sz="1400" b="0" u="none" strike="noStrike" dirty="0">
                          <a:solidFill>
                            <a:srgbClr val="005288"/>
                          </a:solidFill>
                          <a:effectLst/>
                        </a:rPr>
                        <a:t>Software specification</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tc>
                  <a:txBody>
                    <a:bodyPr/>
                    <a:lstStyle/>
                    <a:p>
                      <a:pPr algn="ctr" fontAlgn="t"/>
                      <a:r>
                        <a:rPr lang="en-US" sz="1400" b="0" u="none" strike="noStrike" dirty="0">
                          <a:solidFill>
                            <a:srgbClr val="005288"/>
                          </a:solidFill>
                          <a:effectLst/>
                        </a:rPr>
                        <a:t>Core system functionality</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tc>
                  <a:txBody>
                    <a:bodyPr/>
                    <a:lstStyle/>
                    <a:p>
                      <a:pPr algn="ctr" fontAlgn="t"/>
                      <a:r>
                        <a:rPr lang="en-US" sz="1400" b="0" u="none" strike="noStrike" dirty="0">
                          <a:solidFill>
                            <a:srgbClr val="005288"/>
                          </a:solidFill>
                          <a:effectLst/>
                        </a:rPr>
                        <a:t>Complete system function</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tc>
                  <a:txBody>
                    <a:bodyPr/>
                    <a:lstStyle/>
                    <a:p>
                      <a:pPr algn="ctr" fontAlgn="t"/>
                      <a:r>
                        <a:rPr lang="en-US" sz="1400" b="0" u="none" strike="noStrike" dirty="0">
                          <a:solidFill>
                            <a:srgbClr val="005288"/>
                          </a:solidFill>
                          <a:effectLst/>
                        </a:rPr>
                        <a:t>Reporting and Integration modules</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extLst>
                  <a:ext uri="{0D108BD9-81ED-4DB2-BD59-A6C34878D82A}">
                    <a16:rowId xmlns:a16="http://schemas.microsoft.com/office/drawing/2014/main" val="1591695909"/>
                  </a:ext>
                </a:extLst>
              </a:tr>
              <a:tr h="1524061">
                <a:tc>
                  <a:txBody>
                    <a:bodyPr/>
                    <a:lstStyle/>
                    <a:p>
                      <a:pPr algn="ctr" fontAlgn="t"/>
                      <a:r>
                        <a:rPr lang="en-US" sz="1200" b="1" u="none" strike="noStrike" dirty="0">
                          <a:solidFill>
                            <a:schemeClr val="tx1"/>
                          </a:solidFill>
                          <a:effectLst/>
                        </a:rPr>
                        <a:t>Features</a:t>
                      </a:r>
                      <a:endParaRPr lang="en-US" sz="1200" b="1" i="0" u="none" strike="noStrike" dirty="0">
                        <a:solidFill>
                          <a:schemeClr val="tx1"/>
                        </a:solidFill>
                        <a:effectLst/>
                        <a:latin typeface="Calibri" panose="020F0502020204030204" pitchFamily="34" charset="0"/>
                      </a:endParaRPr>
                    </a:p>
                  </a:txBody>
                  <a:tcPr marL="6350" marR="6350" marT="6350" marB="0" anchor="ctr">
                    <a:solidFill>
                      <a:srgbClr val="005288"/>
                    </a:solidFill>
                  </a:tcPr>
                </a:tc>
                <a:tc>
                  <a:txBody>
                    <a:bodyPr/>
                    <a:lstStyle/>
                    <a:p>
                      <a:pPr algn="ctr" fontAlgn="t"/>
                      <a:r>
                        <a:rPr lang="en-US" sz="1400" b="0" u="none" strike="noStrike" dirty="0">
                          <a:solidFill>
                            <a:srgbClr val="005288"/>
                          </a:solidFill>
                          <a:effectLst/>
                        </a:rPr>
                        <a:t>User interface,</a:t>
                      </a:r>
                      <a:br>
                        <a:rPr lang="en-US" sz="1400" b="0" u="none" strike="noStrike" dirty="0">
                          <a:solidFill>
                            <a:srgbClr val="005288"/>
                          </a:solidFill>
                          <a:effectLst/>
                        </a:rPr>
                      </a:br>
                      <a:r>
                        <a:rPr lang="en-US" sz="1400" b="0" u="none" strike="noStrike" dirty="0">
                          <a:solidFill>
                            <a:srgbClr val="005288"/>
                          </a:solidFill>
                          <a:effectLst/>
                        </a:rPr>
                        <a:t>Data migration,</a:t>
                      </a:r>
                      <a:br>
                        <a:rPr lang="en-US" sz="1400" b="0" u="none" strike="noStrike" dirty="0">
                          <a:solidFill>
                            <a:srgbClr val="005288"/>
                          </a:solidFill>
                          <a:effectLst/>
                        </a:rPr>
                      </a:br>
                      <a:r>
                        <a:rPr lang="en-US" sz="1400" b="0" u="none" strike="noStrike" dirty="0">
                          <a:solidFill>
                            <a:srgbClr val="005288"/>
                          </a:solidFill>
                          <a:effectLst/>
                        </a:rPr>
                        <a:t>Security and login</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tc>
                  <a:txBody>
                    <a:bodyPr/>
                    <a:lstStyle/>
                    <a:p>
                      <a:pPr algn="ctr" fontAlgn="t"/>
                      <a:r>
                        <a:rPr lang="en-US" sz="1400" b="0" u="none" strike="noStrike" dirty="0">
                          <a:solidFill>
                            <a:srgbClr val="005288"/>
                          </a:solidFill>
                          <a:effectLst/>
                        </a:rPr>
                        <a:t>Re-engineering the Ruby on Rails Application to write the software specification documentation</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tc>
                  <a:txBody>
                    <a:bodyPr/>
                    <a:lstStyle/>
                    <a:p>
                      <a:pPr algn="ctr" fontAlgn="t"/>
                      <a:r>
                        <a:rPr lang="en-US" sz="1400" b="0" u="none" strike="noStrike" dirty="0">
                          <a:solidFill>
                            <a:srgbClr val="005288"/>
                          </a:solidFill>
                          <a:effectLst/>
                        </a:rPr>
                        <a:t>Core system functionality</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tc>
                  <a:txBody>
                    <a:bodyPr/>
                    <a:lstStyle/>
                    <a:p>
                      <a:pPr algn="ctr" fontAlgn="t"/>
                      <a:r>
                        <a:rPr lang="en-US" sz="1400" b="0" u="none" strike="noStrike" dirty="0">
                          <a:solidFill>
                            <a:srgbClr val="005288"/>
                          </a:solidFill>
                          <a:effectLst/>
                        </a:rPr>
                        <a:t>Complete system function</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tc>
                  <a:txBody>
                    <a:bodyPr/>
                    <a:lstStyle/>
                    <a:p>
                      <a:pPr algn="ctr" fontAlgn="t"/>
                      <a:r>
                        <a:rPr lang="en-US" sz="1400" b="0" u="none" strike="noStrike" dirty="0">
                          <a:solidFill>
                            <a:srgbClr val="005288"/>
                          </a:solidFill>
                          <a:effectLst/>
                        </a:rPr>
                        <a:t>Reporting and Integration modules</a:t>
                      </a:r>
                      <a:endParaRPr lang="en-US" sz="1400" b="0" i="0" u="none" strike="noStrike" dirty="0">
                        <a:solidFill>
                          <a:srgbClr val="005288"/>
                        </a:solidFill>
                        <a:effectLst/>
                        <a:latin typeface="Calibri" panose="020F0502020204030204" pitchFamily="34" charset="0"/>
                      </a:endParaRPr>
                    </a:p>
                  </a:txBody>
                  <a:tcPr marL="6350" marR="6350" marT="6350" marB="0" anchor="ctr">
                    <a:solidFill>
                      <a:schemeClr val="accent3">
                        <a:lumMod val="20000"/>
                        <a:lumOff val="80000"/>
                      </a:schemeClr>
                    </a:solidFill>
                  </a:tcPr>
                </a:tc>
                <a:extLst>
                  <a:ext uri="{0D108BD9-81ED-4DB2-BD59-A6C34878D82A}">
                    <a16:rowId xmlns:a16="http://schemas.microsoft.com/office/drawing/2014/main" val="3846006412"/>
                  </a:ext>
                </a:extLst>
              </a:tr>
            </a:tbl>
          </a:graphicData>
        </a:graphic>
      </p:graphicFrame>
    </p:spTree>
    <p:extLst>
      <p:ext uri="{BB962C8B-B14F-4D97-AF65-F5344CB8AC3E}">
        <p14:creationId xmlns:p14="http://schemas.microsoft.com/office/powerpoint/2010/main" val="2069453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2800" dirty="0">
                <a:latin typeface="+mn-lt"/>
              </a:rPr>
              <a:t>New TSPWeb Application Timeline (cont’d)</a:t>
            </a:r>
          </a:p>
        </p:txBody>
      </p:sp>
      <p:sp>
        <p:nvSpPr>
          <p:cNvPr id="4" name="Slide Number Placeholder 3"/>
          <p:cNvSpPr>
            <a:spLocks noGrp="1"/>
          </p:cNvSpPr>
          <p:nvPr>
            <p:ph type="sldNum" sz="quarter" idx="10"/>
          </p:nvPr>
        </p:nvSpPr>
        <p:spPr/>
        <p:txBody>
          <a:bodyPr/>
          <a:lstStyle/>
          <a:p>
            <a:pPr>
              <a:defRPr/>
            </a:pPr>
            <a:fld id="{F0E3A156-B331-4D8A-B516-F3A8E9539376}" type="slidenum">
              <a:rPr lang="en-US" altLang="en-US" smtClean="0">
                <a:latin typeface="+mn-lt"/>
              </a:rPr>
              <a:pPr>
                <a:defRPr/>
              </a:pPr>
              <a:t>13</a:t>
            </a:fld>
            <a:endParaRPr lang="en-US" altLang="en-US" dirty="0">
              <a:latin typeface="+mn-lt"/>
            </a:endParaRPr>
          </a:p>
        </p:txBody>
      </p:sp>
      <p:graphicFrame>
        <p:nvGraphicFramePr>
          <p:cNvPr id="7" name="Table 6"/>
          <p:cNvGraphicFramePr>
            <a:graphicFrameLocks noGrp="1"/>
          </p:cNvGraphicFramePr>
          <p:nvPr>
            <p:extLst>
              <p:ext uri="{D42A27DB-BD31-4B8C-83A1-F6EECF244321}">
                <p14:modId xmlns:p14="http://schemas.microsoft.com/office/powerpoint/2010/main" val="3661318413"/>
              </p:ext>
            </p:extLst>
          </p:nvPr>
        </p:nvGraphicFramePr>
        <p:xfrm>
          <a:off x="1200647" y="1280160"/>
          <a:ext cx="6607533" cy="5216213"/>
        </p:xfrm>
        <a:graphic>
          <a:graphicData uri="http://schemas.openxmlformats.org/drawingml/2006/table">
            <a:tbl>
              <a:tblPr/>
              <a:tblGrid>
                <a:gridCol w="3559976">
                  <a:extLst>
                    <a:ext uri="{9D8B030D-6E8A-4147-A177-3AD203B41FA5}">
                      <a16:colId xmlns:a16="http://schemas.microsoft.com/office/drawing/2014/main" val="2510201150"/>
                    </a:ext>
                  </a:extLst>
                </a:gridCol>
                <a:gridCol w="3047557">
                  <a:extLst>
                    <a:ext uri="{9D8B030D-6E8A-4147-A177-3AD203B41FA5}">
                      <a16:colId xmlns:a16="http://schemas.microsoft.com/office/drawing/2014/main" val="1888782647"/>
                    </a:ext>
                  </a:extLst>
                </a:gridCol>
              </a:tblGrid>
              <a:tr h="424911">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1" i="0" u="none" strike="noStrike" dirty="0">
                          <a:solidFill>
                            <a:schemeClr val="tx1"/>
                          </a:solidFill>
                          <a:effectLst/>
                          <a:latin typeface="+mn-lt"/>
                        </a:rPr>
                        <a:t>Module Name</a:t>
                      </a:r>
                    </a:p>
                  </a:txBody>
                  <a:tcPr marL="6350" marR="6350" marT="6350" marB="0" anchor="ctr">
                    <a:lnL>
                      <a:noFill/>
                    </a:lnL>
                    <a:lnR>
                      <a:noFill/>
                    </a:lnR>
                    <a:lnT>
                      <a:noFill/>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005288"/>
                    </a:solid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1" i="0" u="none" strike="noStrike" dirty="0">
                          <a:solidFill>
                            <a:schemeClr val="tx1"/>
                          </a:solidFill>
                          <a:effectLst/>
                          <a:latin typeface="+mn-lt"/>
                        </a:rPr>
                        <a:t>Time Estimate (hours)</a:t>
                      </a:r>
                    </a:p>
                  </a:txBody>
                  <a:tcPr marL="6350" marR="6350" marT="6350" marB="0" anchor="ctr">
                    <a:lnL>
                      <a:noFill/>
                    </a:lnL>
                    <a:lnR>
                      <a:noFill/>
                    </a:lnR>
                    <a:lnT>
                      <a:noFill/>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005288"/>
                    </a:solidFill>
                  </a:tcPr>
                </a:tc>
                <a:extLst>
                  <a:ext uri="{0D108BD9-81ED-4DB2-BD59-A6C34878D82A}">
                    <a16:rowId xmlns:a16="http://schemas.microsoft.com/office/drawing/2014/main" val="3852089051"/>
                  </a:ext>
                </a:extLst>
              </a:tr>
              <a:tr h="311314">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Authentication</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88</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16910845"/>
                  </a:ext>
                </a:extLst>
              </a:tr>
              <a:tr h="311314">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Global</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80</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905087127"/>
                  </a:ext>
                </a:extLst>
              </a:tr>
              <a:tr h="311314">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Home</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32.5</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268679387"/>
                  </a:ext>
                </a:extLst>
              </a:tr>
              <a:tr h="311314">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Requests</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118.5</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53743618"/>
                  </a:ext>
                </a:extLst>
              </a:tr>
              <a:tr h="311314">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Services</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386</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900029815"/>
                  </a:ext>
                </a:extLst>
              </a:tr>
              <a:tr h="311314">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Revalidations</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26</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230489079"/>
                  </a:ext>
                </a:extLst>
              </a:tr>
              <a:tr h="311314">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Circuits</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60</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878303686"/>
                  </a:ext>
                </a:extLst>
              </a:tr>
              <a:tr h="311314">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Confirmations</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50</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471282141"/>
                  </a:ext>
                </a:extLst>
              </a:tr>
              <a:tr h="311314">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Contacts</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62</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579147812"/>
                  </a:ext>
                </a:extLst>
              </a:tr>
              <a:tr h="311314">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Organization</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102</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635949458"/>
                  </a:ext>
                </a:extLst>
              </a:tr>
              <a:tr h="311314">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Uploads</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146</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609006777"/>
                  </a:ext>
                </a:extLst>
              </a:tr>
              <a:tr h="311314">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Events</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18</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775913980"/>
                  </a:ext>
                </a:extLst>
              </a:tr>
              <a:tr h="311314">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Admin</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000" b="0" i="0" u="none" strike="noStrike" dirty="0">
                          <a:solidFill>
                            <a:srgbClr val="005288"/>
                          </a:solidFill>
                          <a:effectLst/>
                          <a:latin typeface="+mn-lt"/>
                        </a:rPr>
                        <a:t>38</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13998947"/>
                  </a:ext>
                </a:extLst>
              </a:tr>
              <a:tr h="352216">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l" fontAlgn="b"/>
                      <a:endParaRPr lang="en-US" sz="2000" b="1" i="0" u="none" strike="noStrike" dirty="0">
                        <a:solidFill>
                          <a:srgbClr val="005288"/>
                        </a:solidFill>
                        <a:effectLst/>
                        <a:latin typeface="+mn-lt"/>
                      </a:endParaRPr>
                    </a:p>
                  </a:txBody>
                  <a:tcPr marL="6350" marR="6350" marT="6350" marB="0" anchor="b">
                    <a:lnL>
                      <a:noFill/>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ctr"/>
                      <a:r>
                        <a:rPr lang="en-US" sz="2400" b="1" i="0" u="none" strike="noStrike" dirty="0">
                          <a:solidFill>
                            <a:srgbClr val="005288"/>
                          </a:solidFill>
                          <a:effectLst/>
                          <a:latin typeface="+mn-lt"/>
                        </a:rPr>
                        <a:t>Total Hours</a:t>
                      </a:r>
                    </a:p>
                  </a:txBody>
                  <a:tcPr marL="6350" marR="6350" marT="635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378980009"/>
                  </a:ext>
                </a:extLst>
              </a:tr>
              <a:tr h="352216">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l" fontAlgn="b"/>
                      <a:endParaRPr lang="en-US" sz="2000" b="1" i="0" u="none" strike="noStrike" dirty="0">
                        <a:solidFill>
                          <a:srgbClr val="005288"/>
                        </a:solidFill>
                        <a:effectLst/>
                        <a:latin typeface="+mn-lt"/>
                      </a:endParaRPr>
                    </a:p>
                  </a:txBody>
                  <a:tcPr marL="6350" marR="6350" marT="6350" marB="0" anchor="b">
                    <a:lnL>
                      <a:noFill/>
                    </a:lnL>
                    <a:lnR w="6350" cap="flat" cmpd="sng" algn="ctr">
                      <a:solidFill>
                        <a:srgbClr val="7F7F7F"/>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venir LT Std 35 Light"/>
                        </a:defRPr>
                      </a:lvl1pPr>
                      <a:lvl2pPr marL="457200" algn="l" defTabSz="914400" rtl="0" eaLnBrk="1" latinLnBrk="0" hangingPunct="1">
                        <a:defRPr sz="1800" kern="1200">
                          <a:solidFill>
                            <a:schemeClr val="tx1"/>
                          </a:solidFill>
                          <a:latin typeface="Avenir LT Std 35 Light"/>
                        </a:defRPr>
                      </a:lvl2pPr>
                      <a:lvl3pPr marL="914400" algn="l" defTabSz="914400" rtl="0" eaLnBrk="1" latinLnBrk="0" hangingPunct="1">
                        <a:defRPr sz="1800" kern="1200">
                          <a:solidFill>
                            <a:schemeClr val="tx1"/>
                          </a:solidFill>
                          <a:latin typeface="Avenir LT Std 35 Light"/>
                        </a:defRPr>
                      </a:lvl3pPr>
                      <a:lvl4pPr marL="1371600" algn="l" defTabSz="914400" rtl="0" eaLnBrk="1" latinLnBrk="0" hangingPunct="1">
                        <a:defRPr sz="1800" kern="1200">
                          <a:solidFill>
                            <a:schemeClr val="tx1"/>
                          </a:solidFill>
                          <a:latin typeface="Avenir LT Std 35 Light"/>
                        </a:defRPr>
                      </a:lvl4pPr>
                      <a:lvl5pPr marL="1828800" algn="l" defTabSz="914400" rtl="0" eaLnBrk="1" latinLnBrk="0" hangingPunct="1">
                        <a:defRPr sz="1800" kern="1200">
                          <a:solidFill>
                            <a:schemeClr val="tx1"/>
                          </a:solidFill>
                          <a:latin typeface="Avenir LT Std 35 Light"/>
                        </a:defRPr>
                      </a:lvl5pPr>
                      <a:lvl6pPr marL="2286000" algn="l" defTabSz="914400" rtl="0" eaLnBrk="1" latinLnBrk="0" hangingPunct="1">
                        <a:defRPr sz="1800" kern="1200">
                          <a:solidFill>
                            <a:schemeClr val="tx1"/>
                          </a:solidFill>
                          <a:latin typeface="Avenir LT Std 35 Light"/>
                        </a:defRPr>
                      </a:lvl6pPr>
                      <a:lvl7pPr marL="2743200" algn="l" defTabSz="914400" rtl="0" eaLnBrk="1" latinLnBrk="0" hangingPunct="1">
                        <a:defRPr sz="1800" kern="1200">
                          <a:solidFill>
                            <a:schemeClr val="tx1"/>
                          </a:solidFill>
                          <a:latin typeface="Avenir LT Std 35 Light"/>
                        </a:defRPr>
                      </a:lvl7pPr>
                      <a:lvl8pPr marL="3200400" algn="l" defTabSz="914400" rtl="0" eaLnBrk="1" latinLnBrk="0" hangingPunct="1">
                        <a:defRPr sz="1800" kern="1200">
                          <a:solidFill>
                            <a:schemeClr val="tx1"/>
                          </a:solidFill>
                          <a:latin typeface="Avenir LT Std 35 Light"/>
                        </a:defRPr>
                      </a:lvl8pPr>
                      <a:lvl9pPr marL="3657600" algn="l" defTabSz="914400" rtl="0" eaLnBrk="1" latinLnBrk="0" hangingPunct="1">
                        <a:defRPr sz="1800" kern="1200">
                          <a:solidFill>
                            <a:schemeClr val="tx1"/>
                          </a:solidFill>
                          <a:latin typeface="Avenir LT Std 35 Light"/>
                        </a:defRPr>
                      </a:lvl9pPr>
                    </a:lstStyle>
                    <a:p>
                      <a:pPr algn="ctr" fontAlgn="b"/>
                      <a:r>
                        <a:rPr lang="en-US" sz="2400" b="1" i="0" u="none" strike="noStrike" dirty="0">
                          <a:solidFill>
                            <a:srgbClr val="005288"/>
                          </a:solidFill>
                          <a:effectLst/>
                          <a:latin typeface="+mn-lt"/>
                        </a:rPr>
                        <a:t>1207</a:t>
                      </a:r>
                    </a:p>
                  </a:txBody>
                  <a:tcPr marL="6350" marR="6350" marT="6350" marB="0" anchor="b">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980976931"/>
                  </a:ext>
                </a:extLst>
              </a:tr>
            </a:tbl>
          </a:graphicData>
        </a:graphic>
      </p:graphicFrame>
    </p:spTree>
    <p:extLst>
      <p:ext uri="{BB962C8B-B14F-4D97-AF65-F5344CB8AC3E}">
        <p14:creationId xmlns:p14="http://schemas.microsoft.com/office/powerpoint/2010/main" val="1088867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Number Placeholder 3"/>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fld id="{C4DE7875-46C2-41EC-980A-49290B7D7A8A}" type="slidenum">
              <a:rPr lang="en-US" altLang="en-US" sz="1100" smtClean="0">
                <a:solidFill>
                  <a:srgbClr val="5A5B5D"/>
                </a:solidFill>
              </a:rPr>
              <a:pPr/>
              <a:t>14</a:t>
            </a:fld>
            <a:endParaRPr lang="en-US" altLang="en-US" sz="1100" dirty="0">
              <a:solidFill>
                <a:srgbClr val="5A5B5D"/>
              </a:solidFill>
            </a:endParaRPr>
          </a:p>
        </p:txBody>
      </p:sp>
      <p:sp>
        <p:nvSpPr>
          <p:cNvPr id="32770" name="TextBox 5"/>
          <p:cNvSpPr txBox="1">
            <a:spLocks noChangeArrowheads="1"/>
          </p:cNvSpPr>
          <p:nvPr/>
        </p:nvSpPr>
        <p:spPr bwMode="auto">
          <a:xfrm>
            <a:off x="9296400" y="1620838"/>
            <a:ext cx="1752600"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nSpc>
                <a:spcPct val="90000"/>
              </a:lnSpc>
            </a:pPr>
            <a:r>
              <a:rPr lang="en-US" altLang="en-US" sz="1200" dirty="0">
                <a:solidFill>
                  <a:srgbClr val="FF0000"/>
                </a:solidFill>
              </a:rPr>
              <a:t>The DHS signature may be displayed alone on a slide to cue the speaker that they have reached the end of the presentation. </a:t>
            </a:r>
          </a:p>
          <a:p>
            <a:pPr>
              <a:lnSpc>
                <a:spcPct val="90000"/>
              </a:lnSpc>
            </a:pPr>
            <a:endParaRPr lang="en-US" altLang="en-US" sz="1200" dirty="0">
              <a:solidFill>
                <a:srgbClr val="FF0000"/>
              </a:solidFill>
            </a:endParaRPr>
          </a:p>
          <a:p>
            <a:pPr>
              <a:lnSpc>
                <a:spcPct val="90000"/>
              </a:lnSpc>
            </a:pPr>
            <a:r>
              <a:rPr lang="en-US" altLang="en-US" sz="1200" dirty="0">
                <a:solidFill>
                  <a:srgbClr val="FF0000"/>
                </a:solidFill>
              </a:rPr>
              <a:t>If a question and answer session follows the presentation, this slide can be projected during this time.</a:t>
            </a:r>
          </a:p>
        </p:txBody>
      </p:sp>
    </p:spTree>
  </p:cSld>
  <p:clrMapOvr>
    <a:masterClrMapping/>
  </p:clrMapOvr>
</p:sld>
</file>

<file path=ppt/theme/theme1.xml><?xml version="1.0" encoding="utf-8"?>
<a:theme xmlns:a="http://schemas.openxmlformats.org/drawingml/2006/main" name="DHS_Template_White">
  <a:themeElements>
    <a:clrScheme name="">
      <a:dk1>
        <a:srgbClr val="70BC1F"/>
      </a:dk1>
      <a:lt1>
        <a:srgbClr val="FFFFFF"/>
      </a:lt1>
      <a:dk2>
        <a:srgbClr val="000063"/>
      </a:dk2>
      <a:lt2>
        <a:srgbClr val="FF0000"/>
      </a:lt2>
      <a:accent1>
        <a:srgbClr val="FFDB00"/>
      </a:accent1>
      <a:accent2>
        <a:srgbClr val="0062C8"/>
      </a:accent2>
      <a:accent3>
        <a:srgbClr val="AAAAB7"/>
      </a:accent3>
      <a:accent4>
        <a:srgbClr val="DADADA"/>
      </a:accent4>
      <a:accent5>
        <a:srgbClr val="FFEAAA"/>
      </a:accent5>
      <a:accent6>
        <a:srgbClr val="0058B5"/>
      </a:accent6>
      <a:hlink>
        <a:srgbClr val="CC6600"/>
      </a:hlink>
      <a:folHlink>
        <a:srgbClr val="990099"/>
      </a:folHlink>
    </a:clrScheme>
    <a:fontScheme name="DHS_Template_Whit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DHS_Template_White 1">
        <a:dk1>
          <a:srgbClr val="595959"/>
        </a:dk1>
        <a:lt1>
          <a:srgbClr val="F8D167"/>
        </a:lt1>
        <a:dk2>
          <a:srgbClr val="BF5FA7"/>
        </a:dk2>
        <a:lt2>
          <a:srgbClr val="92C9DD"/>
        </a:lt2>
        <a:accent1>
          <a:srgbClr val="9ED47C"/>
        </a:accent1>
        <a:accent2>
          <a:srgbClr val="F3728D"/>
        </a:accent2>
        <a:accent3>
          <a:srgbClr val="FBE5B8"/>
        </a:accent3>
        <a:accent4>
          <a:srgbClr val="4B4B4B"/>
        </a:accent4>
        <a:accent5>
          <a:srgbClr val="CCE6BF"/>
        </a:accent5>
        <a:accent6>
          <a:srgbClr val="DC677F"/>
        </a:accent6>
        <a:hlink>
          <a:srgbClr val="6E91BA"/>
        </a:hlink>
        <a:folHlink>
          <a:srgbClr val="BDBFD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sisl xmlns:xsi="http://www.w3.org/2001/XMLSchema-instance" xmlns:xsd="http://www.w3.org/2001/XMLSchema" xmlns="http://www.boldonjames.com/2008/01/sie/internal/label" sislVersion="0" policy="c8d5760e-638a-47e8-9e2e-1226c2cb268d" origin="userSelected">
  <element uid="42834bfb-1ec1-4beb-bd64-eb83fb3cb3f3" value=""/>
</sisl>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WrappedLabelHistory xmlns:xsi="http://www.w3.org/2001/XMLSchema-instance" xmlns:xsd="http://www.w3.org/2001/XMLSchema" xmlns="http://www.boldonjames.com/2016/02/Classifier/internal/wrappedLabelHistory">
  <Value>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JjOGQ1NzYwZS02MzhhLTQ3ZTgtOWUyZS0xMjI2YzJjYjI2OGQiIG9yaWdpbj0idXNlclNlbGVjdGVkIj48ZWxlbWVudCB1aWQ9IjQyODM0YmZiLTFlYzEtNGJlYi1iZDY0LWViODNmYjNjYjNmMyIgdmFsdWU9IiIgeG1sbnM9Imh0dHA6Ly93d3cuYm9sZG9uamFtZXMuY29tLzIwMDgvMDEvc2llL2ludGVybmFsL2xhYmVsIiAvPjwvc2lzbD48VXNlck5hbWU+TEVJRE9TLUNPUlBcd2hpdGVtPC9Vc2VyTmFtZT48RGF0ZVRpbWU+Mi8yNi8yMDIwIDU6MTU6MDYgUE08L0RhdGVUaW1lPjxMYWJlbFN0cmluZz5VbnJlc3RyaWN0ZWQ8L0xhYmVsU3RyaW5nPjwvaXRlbT48L2xhYmVsSGlzdG9yeT4=</Value>
</WrappedLabelHistory>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ct:contentTypeSchema xmlns:ct="http://schemas.microsoft.com/office/2006/metadata/contentType" xmlns:ma="http://schemas.microsoft.com/office/2006/metadata/properties/metaAttributes" ct:_="" ma:_="" ma:contentTypeName="Document" ma:contentTypeID="0x01010016E33E72CD4BA5419F607DEE8D8ACC82" ma:contentTypeVersion="0" ma:contentTypeDescription="Create a new document." ma:contentTypeScope="" ma:versionID="5bab368beae97160b8f471a074da9d72">
  <xsd:schema xmlns:xsd="http://www.w3.org/2001/XMLSchema" xmlns:xs="http://www.w3.org/2001/XMLSchema" xmlns:p="http://schemas.microsoft.com/office/2006/metadata/properties" xmlns:ns2="c0a539e5-cd07-4dc1-ab3b-82065fc22058" targetNamespace="http://schemas.microsoft.com/office/2006/metadata/properties" ma:root="true" ma:fieldsID="7b834ae31744390120243278b846c836" ns2:_="">
    <xsd:import namespace="c0a539e5-cd07-4dc1-ab3b-82065fc22058"/>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a539e5-cd07-4dc1-ab3b-82065fc22058"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FE4C36B-113B-4884-83E8-C00FC8E4B0B4}">
  <ds:schemaRefs>
    <ds:schemaRef ds:uri="http://www.w3.org/2001/XMLSchema"/>
    <ds:schemaRef ds:uri="http://www.boldonjames.com/2008/01/sie/internal/label"/>
  </ds:schemaRefs>
</ds:datastoreItem>
</file>

<file path=customXml/itemProps2.xml><?xml version="1.0" encoding="utf-8"?>
<ds:datastoreItem xmlns:ds="http://schemas.openxmlformats.org/officeDocument/2006/customXml" ds:itemID="{C922C1F7-D961-4F2E-9C42-506078AA986E}">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c0a539e5-cd07-4dc1-ab3b-82065fc22058"/>
    <ds:schemaRef ds:uri="http://www.w3.org/XML/1998/namespace"/>
  </ds:schemaRefs>
</ds:datastoreItem>
</file>

<file path=customXml/itemProps3.xml><?xml version="1.0" encoding="utf-8"?>
<ds:datastoreItem xmlns:ds="http://schemas.openxmlformats.org/officeDocument/2006/customXml" ds:itemID="{987038D1-4ADA-4F83-A2AA-C116B412E6C3}">
  <ds:schemaRefs>
    <ds:schemaRef ds:uri="http://www.w3.org/2001/XMLSchema"/>
    <ds:schemaRef ds:uri="http://www.boldonjames.com/2016/02/Classifier/internal/wrappedLabelHistory"/>
  </ds:schemaRefs>
</ds:datastoreItem>
</file>

<file path=customXml/itemProps4.xml><?xml version="1.0" encoding="utf-8"?>
<ds:datastoreItem xmlns:ds="http://schemas.openxmlformats.org/officeDocument/2006/customXml" ds:itemID="{574EE412-CF9D-45E2-9FAE-874D51208B8C}">
  <ds:schemaRefs>
    <ds:schemaRef ds:uri="http://schemas.microsoft.com/sharepoint/v3/contenttype/forms"/>
  </ds:schemaRefs>
</ds:datastoreItem>
</file>

<file path=customXml/itemProps5.xml><?xml version="1.0" encoding="utf-8"?>
<ds:datastoreItem xmlns:ds="http://schemas.openxmlformats.org/officeDocument/2006/customXml" ds:itemID="{F6E67DB1-216F-45F0-A4D5-B9C5703091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a539e5-cd07-4dc1-ab3b-82065fc220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DHS_Template_White</Template>
  <TotalTime>343</TotalTime>
  <Words>1145</Words>
  <Application>Microsoft Office PowerPoint</Application>
  <PresentationFormat>On-screen Show (4:3)</PresentationFormat>
  <Paragraphs>199</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Avenir LT Std 35 Light</vt:lpstr>
      <vt:lpstr>Calibri</vt:lpstr>
      <vt:lpstr>Times</vt:lpstr>
      <vt:lpstr>Times New Roman</vt:lpstr>
      <vt:lpstr>Wingdings</vt:lpstr>
      <vt:lpstr>DHS_Template_White</vt:lpstr>
      <vt:lpstr>Proposed Architecture for TSPWeb</vt:lpstr>
      <vt:lpstr>Current TSPWeb System Tech Stack</vt:lpstr>
      <vt:lpstr>Current TSPWeb System </vt:lpstr>
      <vt:lpstr>Common Technical Challenges with Ruby on Rails</vt:lpstr>
      <vt:lpstr>TSPPO Specific Challenges with Ruby on Rails </vt:lpstr>
      <vt:lpstr>Choosing a Tech Stack</vt:lpstr>
      <vt:lpstr>Tech Stack Alternative 1 – C# .NET </vt:lpstr>
      <vt:lpstr>Tech Stack Alternative 2 – Python/Django</vt:lpstr>
      <vt:lpstr>Tech Stack Alternative 3 – JavaScript </vt:lpstr>
      <vt:lpstr>Proposed Architecture for TSPWeb </vt:lpstr>
      <vt:lpstr>Proposed TSPWeb System Tech Stack</vt:lpstr>
      <vt:lpstr>New TSPWeb Application Timeline</vt:lpstr>
      <vt:lpstr>New TSPWeb Application Timeline (cont’d)</vt:lpstr>
      <vt:lpstr>PowerPoint Presentation</vt:lpstr>
    </vt:vector>
  </TitlesOfParts>
  <Company>Transportation Security Administration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slide - 42 pt Times New Roman, White</dc:title>
  <dc:creator>Joseph B. Adamoli</dc:creator>
  <cp:lastModifiedBy>Bea, Deborah</cp:lastModifiedBy>
  <cp:revision>44</cp:revision>
  <cp:lastPrinted>2002-02-25T16:50:36Z</cp:lastPrinted>
  <dcterms:created xsi:type="dcterms:W3CDTF">2003-10-28T16:04:33Z</dcterms:created>
  <dcterms:modified xsi:type="dcterms:W3CDTF">2020-03-04T19:02:54Z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16e65c5f-f16c-4a7b-97f8-759cc9fce962</vt:lpwstr>
  </property>
  <property fmtid="{D5CDD505-2E9C-101B-9397-08002B2CF9AE}" pid="3" name="bjSaver">
    <vt:lpwstr>2ou9MTNXwrQL811+RReJ/G9zPAfJwEaC</vt:lpwstr>
  </property>
  <property fmtid="{D5CDD505-2E9C-101B-9397-08002B2CF9AE}" pid="4" name="bjDocumentLabelXML">
    <vt:lpwstr>&lt;?xml version="1.0" encoding="us-ascii"?&gt;&lt;sisl xmlns:xsi="http://www.w3.org/2001/XMLSchema-instance" xmlns:xsd="http://www.w3.org/2001/XMLSchema" sislVersion="0" policy="c8d5760e-638a-47e8-9e2e-1226c2cb268d" origin="userSelected" xmlns="http://www.boldonj</vt:lpwstr>
  </property>
  <property fmtid="{D5CDD505-2E9C-101B-9397-08002B2CF9AE}" pid="5" name="bjDocumentLabelXML-0">
    <vt:lpwstr>ames.com/2008/01/sie/internal/label"&gt;&lt;element uid="42834bfb-1ec1-4beb-bd64-eb83fb3cb3f3" value="" /&gt;&lt;/sisl&gt;</vt:lpwstr>
  </property>
  <property fmtid="{D5CDD505-2E9C-101B-9397-08002B2CF9AE}" pid="6" name="bjDocumentSecurityLabel">
    <vt:lpwstr>Unrestricted</vt:lpwstr>
  </property>
  <property fmtid="{D5CDD505-2E9C-101B-9397-08002B2CF9AE}" pid="7" name="bjLabelHistoryID">
    <vt:lpwstr>{987038D1-4ADA-4F83-A2AA-C116B412E6C3}</vt:lpwstr>
  </property>
</Properties>
</file>